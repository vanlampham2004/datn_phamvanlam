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9" r:id="rId3"/>
    <p:sldId id="318" r:id="rId4"/>
    <p:sldId id="315" r:id="rId5"/>
    <p:sldId id="289" r:id="rId6"/>
    <p:sldId id="317" r:id="rId7"/>
    <p:sldId id="309" r:id="rId8"/>
    <p:sldId id="313" r:id="rId9"/>
    <p:sldId id="319" r:id="rId10"/>
    <p:sldId id="320" r:id="rId11"/>
    <p:sldId id="321" r:id="rId12"/>
    <p:sldId id="322" r:id="rId13"/>
    <p:sldId id="323" r:id="rId14"/>
    <p:sldId id="290" r:id="rId15"/>
    <p:sldId id="261" r:id="rId16"/>
  </p:sldIdLst>
  <p:sldSz cx="9144000" cy="6858000" type="screen4x3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46" roundtripDataSignature="AMtx7mgzalF4DGvfEshU7BVqSP7oz0qtVA==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tuong" initials="t" lastIdx="1" clrIdx="0">
    <p:extLst>
      <p:ext uri="{19B8F6BF-5375-455C-9EA6-DF929625EA0E}">
        <p15:presenceInfo xmlns:p15="http://schemas.microsoft.com/office/powerpoint/2012/main" userId="10644d0f44fc4118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9EBF5"/>
    <a:srgbClr val="D0CEC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2" d="100"/>
          <a:sy n="82" d="100"/>
        </p:scale>
        <p:origin x="78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51" Type="http://schemas.openxmlformats.org/officeDocument/2006/relationships/tableStyles" Target="tableStyles.xml"/><Relationship Id="rId3" Type="http://schemas.openxmlformats.org/officeDocument/2006/relationships/slide" Target="slides/slide2.xml"/><Relationship Id="rId47" Type="http://schemas.openxmlformats.org/officeDocument/2006/relationships/commentAuthors" Target="commentAuthors.xml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46" Type="http://customschemas.google.com/relationships/presentationmetadata" Target="meta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49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48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9" name="Google Shape;219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9" name="Google Shape;219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4473913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9" name="Google Shape;219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84674885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9" name="Google Shape;219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8685408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9" name="Google Shape;219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90000916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3" name="Google Shape;233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8"/>
          <p:cNvSpPr txBox="1">
            <a:spLocks noGrp="1"/>
          </p:cNvSpPr>
          <p:nvPr>
            <p:ph type="ctrTitle"/>
          </p:nvPr>
        </p:nvSpPr>
        <p:spPr>
          <a:xfrm>
            <a:off x="369278" y="3666392"/>
            <a:ext cx="5196254" cy="12836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EE599"/>
              </a:buClr>
              <a:buSzPts val="4500"/>
              <a:buFont typeface="Calibri"/>
              <a:buNone/>
              <a:defRPr sz="4500" b="1">
                <a:solidFill>
                  <a:srgbClr val="FEE599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8"/>
          <p:cNvSpPr txBox="1">
            <a:spLocks noGrp="1"/>
          </p:cNvSpPr>
          <p:nvPr>
            <p:ph type="subTitle" idx="1"/>
          </p:nvPr>
        </p:nvSpPr>
        <p:spPr>
          <a:xfrm>
            <a:off x="369278" y="5178670"/>
            <a:ext cx="4848765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2400"/>
              <a:buNone/>
              <a:defRPr sz="2400">
                <a:solidFill>
                  <a:srgbClr val="F2F2F2"/>
                </a:solidFill>
              </a:defRPr>
            </a:lvl1pPr>
            <a:lvl2pPr lvl="1" algn="ctr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8" name="Google Shape;18;p8"/>
          <p:cNvSpPr txBox="1">
            <a:spLocks noGrp="1"/>
          </p:cNvSpPr>
          <p:nvPr>
            <p:ph type="body" idx="2"/>
          </p:nvPr>
        </p:nvSpPr>
        <p:spPr>
          <a:xfrm>
            <a:off x="369278" y="5794132"/>
            <a:ext cx="4848765" cy="9185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000"/>
              <a:buNone/>
              <a:defRPr sz="2000">
                <a:solidFill>
                  <a:srgbClr val="7F7F7F"/>
                </a:solidFill>
              </a:defRPr>
            </a:lvl1pPr>
            <a:lvl2pPr marL="914400" lvl="1" indent="-228600" algn="just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2pPr>
            <a:lvl3pPr marL="1371600" lvl="2" indent="-228600" algn="just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3pPr>
            <a:lvl4pPr marL="1828800" lvl="3" indent="-228600" algn="just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just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9"/>
          <p:cNvSpPr txBox="1">
            <a:spLocks noGrp="1"/>
          </p:cNvSpPr>
          <p:nvPr>
            <p:ph type="title"/>
          </p:nvPr>
        </p:nvSpPr>
        <p:spPr>
          <a:xfrm>
            <a:off x="290146" y="0"/>
            <a:ext cx="7658100" cy="5890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Calibri"/>
              <a:buNone/>
              <a:defRPr sz="3600" b="1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9"/>
          <p:cNvSpPr txBox="1">
            <a:spLocks noGrp="1"/>
          </p:cNvSpPr>
          <p:nvPr>
            <p:ph type="body" idx="1"/>
          </p:nvPr>
        </p:nvSpPr>
        <p:spPr>
          <a:xfrm>
            <a:off x="290146" y="861646"/>
            <a:ext cx="8572500" cy="54600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just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just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just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just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" name="Google Shape;22;p9"/>
          <p:cNvSpPr txBox="1">
            <a:spLocks noGrp="1"/>
          </p:cNvSpPr>
          <p:nvPr>
            <p:ph type="dt" idx="10"/>
          </p:nvPr>
        </p:nvSpPr>
        <p:spPr>
          <a:xfrm>
            <a:off x="7163533" y="6559062"/>
            <a:ext cx="995729" cy="2989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9"/>
          <p:cNvSpPr txBox="1">
            <a:spLocks noGrp="1"/>
          </p:cNvSpPr>
          <p:nvPr>
            <p:ph type="ftr" idx="11"/>
          </p:nvPr>
        </p:nvSpPr>
        <p:spPr>
          <a:xfrm>
            <a:off x="290147" y="6559062"/>
            <a:ext cx="6873386" cy="2989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9"/>
          <p:cNvSpPr txBox="1">
            <a:spLocks noGrp="1"/>
          </p:cNvSpPr>
          <p:nvPr>
            <p:ph type="sldNum" idx="12"/>
          </p:nvPr>
        </p:nvSpPr>
        <p:spPr>
          <a:xfrm>
            <a:off x="8159262" y="6550271"/>
            <a:ext cx="703384" cy="298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">
  <p:cSld name="Custom Layout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0"/>
          <p:cNvSpPr txBox="1">
            <a:spLocks noGrp="1"/>
          </p:cNvSpPr>
          <p:nvPr>
            <p:ph type="title"/>
          </p:nvPr>
        </p:nvSpPr>
        <p:spPr>
          <a:xfrm>
            <a:off x="307732" y="395654"/>
            <a:ext cx="8449406" cy="5802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1"/>
          <p:cNvSpPr txBox="1"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1"/>
          <p:cNvSpPr txBox="1"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1pPr>
            <a:lvl2pPr marL="914400" lvl="1" indent="-228600" algn="just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just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just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just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11"/>
          <p:cNvSpPr txBox="1">
            <a:spLocks noGrp="1"/>
          </p:cNvSpPr>
          <p:nvPr>
            <p:ph type="dt" idx="10"/>
          </p:nvPr>
        </p:nvSpPr>
        <p:spPr>
          <a:xfrm>
            <a:off x="7051429" y="6567854"/>
            <a:ext cx="1301263" cy="2901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1"/>
          <p:cNvSpPr txBox="1">
            <a:spLocks noGrp="1"/>
          </p:cNvSpPr>
          <p:nvPr>
            <p:ph type="ftr" idx="11"/>
          </p:nvPr>
        </p:nvSpPr>
        <p:spPr>
          <a:xfrm>
            <a:off x="307731" y="6567855"/>
            <a:ext cx="6743697" cy="2901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1"/>
          <p:cNvSpPr txBox="1">
            <a:spLocks noGrp="1"/>
          </p:cNvSpPr>
          <p:nvPr>
            <p:ph type="sldNum" idx="12"/>
          </p:nvPr>
        </p:nvSpPr>
        <p:spPr>
          <a:xfrm>
            <a:off x="8352692" y="6567854"/>
            <a:ext cx="518746" cy="259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2"/>
          <p:cNvSpPr txBox="1">
            <a:spLocks noGrp="1"/>
          </p:cNvSpPr>
          <p:nvPr>
            <p:ph type="title"/>
          </p:nvPr>
        </p:nvSpPr>
        <p:spPr>
          <a:xfrm>
            <a:off x="307732" y="1"/>
            <a:ext cx="7605346" cy="5802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2"/>
          <p:cNvSpPr txBox="1">
            <a:spLocks noGrp="1"/>
          </p:cNvSpPr>
          <p:nvPr>
            <p:ph type="body" idx="1"/>
          </p:nvPr>
        </p:nvSpPr>
        <p:spPr>
          <a:xfrm>
            <a:off x="628650" y="1046285"/>
            <a:ext cx="3886200" cy="51306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just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just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just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just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12"/>
          <p:cNvSpPr txBox="1">
            <a:spLocks noGrp="1"/>
          </p:cNvSpPr>
          <p:nvPr>
            <p:ph type="body" idx="2"/>
          </p:nvPr>
        </p:nvSpPr>
        <p:spPr>
          <a:xfrm>
            <a:off x="4629150" y="1046285"/>
            <a:ext cx="3886200" cy="51306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just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just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just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just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12"/>
          <p:cNvSpPr txBox="1">
            <a:spLocks noGrp="1"/>
          </p:cNvSpPr>
          <p:nvPr>
            <p:ph type="dt" idx="10"/>
          </p:nvPr>
        </p:nvSpPr>
        <p:spPr>
          <a:xfrm>
            <a:off x="7051429" y="6567854"/>
            <a:ext cx="1301263" cy="2901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2"/>
          <p:cNvSpPr txBox="1">
            <a:spLocks noGrp="1"/>
          </p:cNvSpPr>
          <p:nvPr>
            <p:ph type="ftr" idx="11"/>
          </p:nvPr>
        </p:nvSpPr>
        <p:spPr>
          <a:xfrm>
            <a:off x="307731" y="6567855"/>
            <a:ext cx="6743697" cy="2901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2"/>
          <p:cNvSpPr txBox="1">
            <a:spLocks noGrp="1"/>
          </p:cNvSpPr>
          <p:nvPr>
            <p:ph type="sldNum" idx="12"/>
          </p:nvPr>
        </p:nvSpPr>
        <p:spPr>
          <a:xfrm>
            <a:off x="8352692" y="6567854"/>
            <a:ext cx="518746" cy="259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3"/>
          <p:cNvSpPr txBox="1">
            <a:spLocks noGrp="1"/>
          </p:cNvSpPr>
          <p:nvPr>
            <p:ph type="title"/>
          </p:nvPr>
        </p:nvSpPr>
        <p:spPr>
          <a:xfrm>
            <a:off x="629841" y="866777"/>
            <a:ext cx="7886700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3"/>
          <p:cNvSpPr txBox="1"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just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just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just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just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13"/>
          <p:cNvSpPr txBox="1">
            <a:spLocks noGrp="1"/>
          </p:cNvSpPr>
          <p:nvPr>
            <p:ph type="body" idx="2"/>
          </p:nvPr>
        </p:nvSpPr>
        <p:spPr>
          <a:xfrm>
            <a:off x="629842" y="2505075"/>
            <a:ext cx="3868340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just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just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just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just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13"/>
          <p:cNvSpPr txBox="1">
            <a:spLocks noGrp="1"/>
          </p:cNvSpPr>
          <p:nvPr>
            <p:ph type="body" idx="3"/>
          </p:nvPr>
        </p:nvSpPr>
        <p:spPr>
          <a:xfrm>
            <a:off x="4629150" y="1681163"/>
            <a:ext cx="3887391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just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just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just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just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13"/>
          <p:cNvSpPr txBox="1">
            <a:spLocks noGrp="1"/>
          </p:cNvSpPr>
          <p:nvPr>
            <p:ph type="body" idx="4"/>
          </p:nvPr>
        </p:nvSpPr>
        <p:spPr>
          <a:xfrm>
            <a:off x="4629150" y="2505075"/>
            <a:ext cx="3887391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just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just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just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just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13"/>
          <p:cNvSpPr txBox="1">
            <a:spLocks noGrp="1"/>
          </p:cNvSpPr>
          <p:nvPr>
            <p:ph type="dt" idx="10"/>
          </p:nvPr>
        </p:nvSpPr>
        <p:spPr>
          <a:xfrm>
            <a:off x="7051429" y="6567854"/>
            <a:ext cx="1301263" cy="2901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3"/>
          <p:cNvSpPr txBox="1">
            <a:spLocks noGrp="1"/>
          </p:cNvSpPr>
          <p:nvPr>
            <p:ph type="ftr" idx="11"/>
          </p:nvPr>
        </p:nvSpPr>
        <p:spPr>
          <a:xfrm>
            <a:off x="307731" y="6567855"/>
            <a:ext cx="6743697" cy="2901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3"/>
          <p:cNvSpPr txBox="1">
            <a:spLocks noGrp="1"/>
          </p:cNvSpPr>
          <p:nvPr>
            <p:ph type="sldNum" idx="12"/>
          </p:nvPr>
        </p:nvSpPr>
        <p:spPr>
          <a:xfrm>
            <a:off x="8352692" y="6567854"/>
            <a:ext cx="518746" cy="259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4"/>
          <p:cNvSpPr txBox="1">
            <a:spLocks noGrp="1"/>
          </p:cNvSpPr>
          <p:nvPr>
            <p:ph type="title"/>
          </p:nvPr>
        </p:nvSpPr>
        <p:spPr>
          <a:xfrm>
            <a:off x="307732" y="1"/>
            <a:ext cx="7605346" cy="5802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14"/>
          <p:cNvSpPr txBox="1">
            <a:spLocks noGrp="1"/>
          </p:cNvSpPr>
          <p:nvPr>
            <p:ph type="dt" idx="10"/>
          </p:nvPr>
        </p:nvSpPr>
        <p:spPr>
          <a:xfrm>
            <a:off x="7051429" y="6567854"/>
            <a:ext cx="1301263" cy="2901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4"/>
          <p:cNvSpPr txBox="1">
            <a:spLocks noGrp="1"/>
          </p:cNvSpPr>
          <p:nvPr>
            <p:ph type="ftr" idx="11"/>
          </p:nvPr>
        </p:nvSpPr>
        <p:spPr>
          <a:xfrm>
            <a:off x="307731" y="6567855"/>
            <a:ext cx="6743697" cy="2901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4"/>
          <p:cNvSpPr txBox="1">
            <a:spLocks noGrp="1"/>
          </p:cNvSpPr>
          <p:nvPr>
            <p:ph type="sldNum" idx="12"/>
          </p:nvPr>
        </p:nvSpPr>
        <p:spPr>
          <a:xfrm>
            <a:off x="8352692" y="6567854"/>
            <a:ext cx="518746" cy="259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5"/>
          <p:cNvSpPr txBox="1">
            <a:spLocks noGrp="1"/>
          </p:cNvSpPr>
          <p:nvPr>
            <p:ph type="dt" idx="10"/>
          </p:nvPr>
        </p:nvSpPr>
        <p:spPr>
          <a:xfrm>
            <a:off x="7051429" y="6567854"/>
            <a:ext cx="1301263" cy="2901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5"/>
          <p:cNvSpPr txBox="1">
            <a:spLocks noGrp="1"/>
          </p:cNvSpPr>
          <p:nvPr>
            <p:ph type="ftr" idx="11"/>
          </p:nvPr>
        </p:nvSpPr>
        <p:spPr>
          <a:xfrm>
            <a:off x="307731" y="6567855"/>
            <a:ext cx="6743697" cy="2901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5"/>
          <p:cNvSpPr txBox="1">
            <a:spLocks noGrp="1"/>
          </p:cNvSpPr>
          <p:nvPr>
            <p:ph type="sldNum" idx="12"/>
          </p:nvPr>
        </p:nvSpPr>
        <p:spPr>
          <a:xfrm>
            <a:off x="8352692" y="6567854"/>
            <a:ext cx="518746" cy="259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6"/>
          <p:cNvSpPr txBox="1">
            <a:spLocks noGrp="1"/>
          </p:cNvSpPr>
          <p:nvPr>
            <p:ph type="title"/>
          </p:nvPr>
        </p:nvSpPr>
        <p:spPr>
          <a:xfrm>
            <a:off x="629841" y="987426"/>
            <a:ext cx="2949178" cy="10699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6"/>
          <p:cNvSpPr txBox="1">
            <a:spLocks noGrp="1"/>
          </p:cNvSpPr>
          <p:nvPr>
            <p:ph type="body" idx="1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just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just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just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just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16"/>
          <p:cNvSpPr txBox="1">
            <a:spLocks noGrp="1"/>
          </p:cNvSpPr>
          <p:nvPr>
            <p:ph type="body" idx="2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just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just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just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just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2" name="Google Shape;62;p16"/>
          <p:cNvSpPr txBox="1">
            <a:spLocks noGrp="1"/>
          </p:cNvSpPr>
          <p:nvPr>
            <p:ph type="dt" idx="10"/>
          </p:nvPr>
        </p:nvSpPr>
        <p:spPr>
          <a:xfrm>
            <a:off x="7051429" y="6567854"/>
            <a:ext cx="1301263" cy="2901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6"/>
          <p:cNvSpPr txBox="1">
            <a:spLocks noGrp="1"/>
          </p:cNvSpPr>
          <p:nvPr>
            <p:ph type="ftr" idx="11"/>
          </p:nvPr>
        </p:nvSpPr>
        <p:spPr>
          <a:xfrm>
            <a:off x="307731" y="6567855"/>
            <a:ext cx="6743697" cy="2901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6"/>
          <p:cNvSpPr txBox="1">
            <a:spLocks noGrp="1"/>
          </p:cNvSpPr>
          <p:nvPr>
            <p:ph type="sldNum" idx="12"/>
          </p:nvPr>
        </p:nvSpPr>
        <p:spPr>
          <a:xfrm>
            <a:off x="8352692" y="6567854"/>
            <a:ext cx="518746" cy="259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7"/>
          <p:cNvSpPr txBox="1">
            <a:spLocks noGrp="1"/>
          </p:cNvSpPr>
          <p:nvPr>
            <p:ph type="title"/>
          </p:nvPr>
        </p:nvSpPr>
        <p:spPr>
          <a:xfrm>
            <a:off x="307732" y="16976"/>
            <a:ext cx="7526213" cy="572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7"/>
          <p:cNvSpPr>
            <a:spLocks noGrp="1"/>
          </p:cNvSpPr>
          <p:nvPr>
            <p:ph type="pic" idx="2"/>
          </p:nvPr>
        </p:nvSpPr>
        <p:spPr>
          <a:xfrm>
            <a:off x="3887390" y="987426"/>
            <a:ext cx="4948877" cy="5307866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7"/>
          <p:cNvSpPr txBox="1">
            <a:spLocks noGrp="1"/>
          </p:cNvSpPr>
          <p:nvPr>
            <p:ph type="body" idx="1"/>
          </p:nvPr>
        </p:nvSpPr>
        <p:spPr>
          <a:xfrm>
            <a:off x="307732" y="987425"/>
            <a:ext cx="3271287" cy="53078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just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just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just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just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17"/>
          <p:cNvSpPr txBox="1">
            <a:spLocks noGrp="1"/>
          </p:cNvSpPr>
          <p:nvPr>
            <p:ph type="dt" idx="10"/>
          </p:nvPr>
        </p:nvSpPr>
        <p:spPr>
          <a:xfrm>
            <a:off x="7051429" y="6567854"/>
            <a:ext cx="1301263" cy="2901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7"/>
          <p:cNvSpPr txBox="1">
            <a:spLocks noGrp="1"/>
          </p:cNvSpPr>
          <p:nvPr>
            <p:ph type="ftr" idx="11"/>
          </p:nvPr>
        </p:nvSpPr>
        <p:spPr>
          <a:xfrm>
            <a:off x="307731" y="6567855"/>
            <a:ext cx="6743697" cy="2901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7"/>
          <p:cNvSpPr txBox="1">
            <a:spLocks noGrp="1"/>
          </p:cNvSpPr>
          <p:nvPr>
            <p:ph type="sldNum" idx="12"/>
          </p:nvPr>
        </p:nvSpPr>
        <p:spPr>
          <a:xfrm>
            <a:off x="8352692" y="6567854"/>
            <a:ext cx="518746" cy="259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8"/>
          <p:cNvSpPr txBox="1">
            <a:spLocks noGrp="1"/>
          </p:cNvSpPr>
          <p:nvPr>
            <p:ph type="title"/>
          </p:nvPr>
        </p:nvSpPr>
        <p:spPr>
          <a:xfrm>
            <a:off x="307732" y="1"/>
            <a:ext cx="7605346" cy="5802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8"/>
          <p:cNvSpPr txBox="1">
            <a:spLocks noGrp="1"/>
          </p:cNvSpPr>
          <p:nvPr>
            <p:ph type="body" idx="1"/>
          </p:nvPr>
        </p:nvSpPr>
        <p:spPr>
          <a:xfrm rot="5400000">
            <a:off x="1833197" y="-646235"/>
            <a:ext cx="5512777" cy="85637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just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just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just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just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18"/>
          <p:cNvSpPr txBox="1">
            <a:spLocks noGrp="1"/>
          </p:cNvSpPr>
          <p:nvPr>
            <p:ph type="dt" idx="10"/>
          </p:nvPr>
        </p:nvSpPr>
        <p:spPr>
          <a:xfrm>
            <a:off x="7051429" y="6567854"/>
            <a:ext cx="1301263" cy="2901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8"/>
          <p:cNvSpPr txBox="1">
            <a:spLocks noGrp="1"/>
          </p:cNvSpPr>
          <p:nvPr>
            <p:ph type="ftr" idx="11"/>
          </p:nvPr>
        </p:nvSpPr>
        <p:spPr>
          <a:xfrm>
            <a:off x="307731" y="6567855"/>
            <a:ext cx="6743697" cy="2901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8"/>
          <p:cNvSpPr txBox="1">
            <a:spLocks noGrp="1"/>
          </p:cNvSpPr>
          <p:nvPr>
            <p:ph type="sldNum" idx="12"/>
          </p:nvPr>
        </p:nvSpPr>
        <p:spPr>
          <a:xfrm>
            <a:off x="8352692" y="6567854"/>
            <a:ext cx="518746" cy="259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9"/>
          <p:cNvSpPr txBox="1">
            <a:spLocks noGrp="1"/>
          </p:cNvSpPr>
          <p:nvPr>
            <p:ph type="title"/>
          </p:nvPr>
        </p:nvSpPr>
        <p:spPr>
          <a:xfrm rot="5400000">
            <a:off x="4893835" y="2555448"/>
            <a:ext cx="5271356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9"/>
          <p:cNvSpPr txBox="1">
            <a:spLocks noGrp="1"/>
          </p:cNvSpPr>
          <p:nvPr>
            <p:ph type="body" idx="1"/>
          </p:nvPr>
        </p:nvSpPr>
        <p:spPr>
          <a:xfrm rot="5400000">
            <a:off x="572418" y="640922"/>
            <a:ext cx="5271355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just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just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just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just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19"/>
          <p:cNvSpPr txBox="1">
            <a:spLocks noGrp="1"/>
          </p:cNvSpPr>
          <p:nvPr>
            <p:ph type="dt" idx="10"/>
          </p:nvPr>
        </p:nvSpPr>
        <p:spPr>
          <a:xfrm>
            <a:off x="7051429" y="6567854"/>
            <a:ext cx="1301263" cy="2901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9"/>
          <p:cNvSpPr txBox="1">
            <a:spLocks noGrp="1"/>
          </p:cNvSpPr>
          <p:nvPr>
            <p:ph type="ftr" idx="11"/>
          </p:nvPr>
        </p:nvSpPr>
        <p:spPr>
          <a:xfrm>
            <a:off x="307731" y="6567855"/>
            <a:ext cx="6743697" cy="2901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9"/>
          <p:cNvSpPr txBox="1">
            <a:spLocks noGrp="1"/>
          </p:cNvSpPr>
          <p:nvPr>
            <p:ph type="sldNum" idx="12"/>
          </p:nvPr>
        </p:nvSpPr>
        <p:spPr>
          <a:xfrm>
            <a:off x="8352692" y="6567854"/>
            <a:ext cx="518746" cy="259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4">
            <a:alphaModFix/>
          </a:blip>
          <a:stretch>
            <a:fillRect/>
          </a:stretch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7"/>
          <p:cNvSpPr txBox="1">
            <a:spLocks noGrp="1"/>
          </p:cNvSpPr>
          <p:nvPr>
            <p:ph type="title"/>
          </p:nvPr>
        </p:nvSpPr>
        <p:spPr>
          <a:xfrm>
            <a:off x="307732" y="1"/>
            <a:ext cx="7605346" cy="5802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3200"/>
              <a:buFont typeface="Calibri"/>
              <a:buNone/>
              <a:defRPr sz="3200" b="1" i="0" u="none" strike="noStrike" cap="none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7"/>
          <p:cNvSpPr txBox="1">
            <a:spLocks noGrp="1"/>
          </p:cNvSpPr>
          <p:nvPr>
            <p:ph type="body" idx="1"/>
          </p:nvPr>
        </p:nvSpPr>
        <p:spPr>
          <a:xfrm>
            <a:off x="307732" y="879230"/>
            <a:ext cx="8563706" cy="5512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just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just" rtl="0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just" rtl="0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just" rtl="0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just" rtl="0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7"/>
          <p:cNvSpPr txBox="1">
            <a:spLocks noGrp="1"/>
          </p:cNvSpPr>
          <p:nvPr>
            <p:ph type="dt" idx="10"/>
          </p:nvPr>
        </p:nvSpPr>
        <p:spPr>
          <a:xfrm>
            <a:off x="7051429" y="6567854"/>
            <a:ext cx="1301263" cy="2901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7"/>
          <p:cNvSpPr txBox="1">
            <a:spLocks noGrp="1"/>
          </p:cNvSpPr>
          <p:nvPr>
            <p:ph type="ftr" idx="11"/>
          </p:nvPr>
        </p:nvSpPr>
        <p:spPr>
          <a:xfrm>
            <a:off x="307731" y="6567855"/>
            <a:ext cx="6743697" cy="2901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7"/>
          <p:cNvSpPr txBox="1">
            <a:spLocks noGrp="1"/>
          </p:cNvSpPr>
          <p:nvPr>
            <p:ph type="sldNum" idx="12"/>
          </p:nvPr>
        </p:nvSpPr>
        <p:spPr>
          <a:xfrm>
            <a:off x="8352692" y="6567854"/>
            <a:ext cx="518746" cy="259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jpeg"/><Relationship Id="rId5" Type="http://schemas.openxmlformats.org/officeDocument/2006/relationships/image" Target="../media/image6.jpe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"/>
          <p:cNvSpPr txBox="1">
            <a:spLocks noGrp="1"/>
          </p:cNvSpPr>
          <p:nvPr>
            <p:ph type="subTitle" idx="1"/>
          </p:nvPr>
        </p:nvSpPr>
        <p:spPr>
          <a:xfrm>
            <a:off x="735038" y="4626864"/>
            <a:ext cx="4848765" cy="10737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2000"/>
              <a:buNone/>
            </a:pPr>
            <a:r>
              <a:rPr lang="vi-VN" sz="2000" dirty="0"/>
              <a:t>GVHD</a:t>
            </a:r>
            <a:r>
              <a:rPr lang="en-US" sz="2000" dirty="0"/>
              <a:t>: </a:t>
            </a:r>
            <a:r>
              <a:rPr lang="vi-VN" sz="2000" dirty="0"/>
              <a:t>T</a:t>
            </a:r>
            <a:r>
              <a:rPr lang="en-US" sz="2000" dirty="0"/>
              <a:t>S</a:t>
            </a:r>
            <a:r>
              <a:rPr lang="vi-VN" sz="2000" dirty="0"/>
              <a:t>. Đỗ Thị </a:t>
            </a:r>
            <a:r>
              <a:rPr lang="en-US" sz="2000" dirty="0" err="1"/>
              <a:t>Đào</a:t>
            </a:r>
            <a:endParaRPr sz="2000" dirty="0"/>
          </a:p>
          <a:p>
            <a:pPr marL="0" lvl="0" indent="0" algn="ctr" rtl="0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rgbClr val="F2F2F2"/>
              </a:buClr>
              <a:buSzPts val="2000"/>
              <a:buNone/>
            </a:pPr>
            <a:r>
              <a:rPr lang="en-US" sz="2000" dirty="0"/>
              <a:t>SV </a:t>
            </a:r>
            <a:r>
              <a:rPr lang="en-US" sz="2000" dirty="0" err="1"/>
              <a:t>thực</a:t>
            </a:r>
            <a:r>
              <a:rPr lang="en-US" sz="2000" dirty="0"/>
              <a:t> </a:t>
            </a:r>
            <a:r>
              <a:rPr lang="en-US" sz="2000" dirty="0" err="1"/>
              <a:t>hiện</a:t>
            </a:r>
            <a:r>
              <a:rPr lang="en-US" sz="2000" dirty="0"/>
              <a:t>: </a:t>
            </a:r>
            <a:r>
              <a:rPr lang="en-US" sz="2000" dirty="0" err="1"/>
              <a:t>Phạm</a:t>
            </a:r>
            <a:r>
              <a:rPr lang="en-US" sz="2000" dirty="0"/>
              <a:t> </a:t>
            </a:r>
            <a:r>
              <a:rPr lang="en-US" sz="2000" dirty="0" err="1"/>
              <a:t>Văn</a:t>
            </a:r>
            <a:r>
              <a:rPr lang="en-US" sz="2000" dirty="0"/>
              <a:t> </a:t>
            </a:r>
            <a:r>
              <a:rPr lang="en-US" sz="2000" dirty="0" err="1"/>
              <a:t>Lâm</a:t>
            </a:r>
            <a:endParaRPr dirty="0"/>
          </a:p>
        </p:txBody>
      </p:sp>
      <p:sp>
        <p:nvSpPr>
          <p:cNvPr id="90" name="Google Shape;90;p1"/>
          <p:cNvSpPr txBox="1">
            <a:spLocks noGrp="1"/>
          </p:cNvSpPr>
          <p:nvPr>
            <p:ph type="body" idx="2"/>
          </p:nvPr>
        </p:nvSpPr>
        <p:spPr>
          <a:xfrm>
            <a:off x="406600" y="5794132"/>
            <a:ext cx="4848765" cy="9185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ts val="2000"/>
              <a:buNone/>
            </a:pPr>
            <a:r>
              <a:rPr lang="en-US" b="1">
                <a:solidFill>
                  <a:srgbClr val="2F5496"/>
                </a:solidFill>
                <a:latin typeface="Arial"/>
                <a:ea typeface="Arial"/>
                <a:cs typeface="Arial"/>
                <a:sym typeface="Arial"/>
              </a:rPr>
              <a:t>KHOA CNTT</a:t>
            </a:r>
            <a:endParaRPr/>
          </a:p>
          <a:p>
            <a:pPr marL="0" lvl="0" indent="0" algn="ctr" rtl="0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rgbClr val="2F5496"/>
              </a:buClr>
              <a:buSzPts val="2000"/>
              <a:buNone/>
            </a:pPr>
            <a:r>
              <a:rPr lang="en-US" b="1">
                <a:solidFill>
                  <a:srgbClr val="2F5496"/>
                </a:solidFill>
                <a:latin typeface="Arial"/>
                <a:ea typeface="Arial"/>
                <a:cs typeface="Arial"/>
                <a:sym typeface="Arial"/>
              </a:rPr>
              <a:t>TRƯỜNG ĐẠI HỌC SPKT HƯNG YÊN</a:t>
            </a:r>
            <a:endParaRPr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77C035B-1AA3-48B8-91F1-AFC937B9D9B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129172" y="3249621"/>
            <a:ext cx="5196254" cy="1283677"/>
          </a:xfrm>
        </p:spPr>
        <p:txBody>
          <a:bodyPr/>
          <a:lstStyle/>
          <a:p>
            <a:r>
              <a:rPr lang="en-US" sz="2000" dirty="0" err="1"/>
              <a:t>Kiểm</a:t>
            </a:r>
            <a:r>
              <a:rPr lang="en-US" sz="2000" dirty="0"/>
              <a:t> </a:t>
            </a:r>
            <a:r>
              <a:rPr lang="en-US" sz="2000" dirty="0" err="1"/>
              <a:t>thử</a:t>
            </a:r>
            <a:r>
              <a:rPr lang="en-US" sz="2000" dirty="0"/>
              <a:t> </a:t>
            </a:r>
            <a:r>
              <a:rPr lang="en-US" sz="2000" dirty="0" err="1"/>
              <a:t>tự</a:t>
            </a:r>
            <a:r>
              <a:rPr lang="en-US" sz="2000" dirty="0"/>
              <a:t> </a:t>
            </a:r>
            <a:r>
              <a:rPr lang="en-US" sz="2000" dirty="0" err="1"/>
              <a:t>động</a:t>
            </a:r>
            <a:r>
              <a:rPr lang="en-US" sz="2000" dirty="0"/>
              <a:t> </a:t>
            </a:r>
            <a:r>
              <a:rPr lang="en-US" sz="2000" dirty="0" err="1"/>
              <a:t>giao</a:t>
            </a:r>
            <a:r>
              <a:rPr lang="en-US" sz="2000" dirty="0"/>
              <a:t> </a:t>
            </a:r>
            <a:r>
              <a:rPr lang="en-US" sz="2000" dirty="0" err="1"/>
              <a:t>diện</a:t>
            </a:r>
            <a:r>
              <a:rPr lang="en-US" sz="2000" dirty="0"/>
              <a:t> Web</a:t>
            </a:r>
            <a:br>
              <a:rPr lang="en-US" sz="2000" dirty="0"/>
            </a:br>
            <a:r>
              <a:rPr lang="en-US" sz="2000" dirty="0" err="1"/>
              <a:t>và</a:t>
            </a:r>
            <a:r>
              <a:rPr lang="en-US" sz="2000" dirty="0"/>
              <a:t> </a:t>
            </a:r>
            <a:r>
              <a:rPr lang="en-US" sz="2000" dirty="0" err="1"/>
              <a:t>sinh</a:t>
            </a:r>
            <a:r>
              <a:rPr lang="en-US" sz="2000" dirty="0"/>
              <a:t> test case </a:t>
            </a:r>
            <a:r>
              <a:rPr lang="en-US" sz="2000" dirty="0" err="1"/>
              <a:t>dựa</a:t>
            </a:r>
            <a:r>
              <a:rPr lang="en-US" sz="2000" dirty="0"/>
              <a:t> </a:t>
            </a:r>
            <a:r>
              <a:rPr lang="en-US" sz="2000" dirty="0" err="1"/>
              <a:t>trên</a:t>
            </a:r>
            <a:r>
              <a:rPr lang="en-US" sz="2000" dirty="0"/>
              <a:t> </a:t>
            </a:r>
            <a:r>
              <a:rPr lang="en-US" sz="2000" dirty="0" err="1"/>
              <a:t>nhận</a:t>
            </a:r>
            <a:r>
              <a:rPr lang="en-US" sz="2000" dirty="0"/>
              <a:t> </a:t>
            </a:r>
            <a:r>
              <a:rPr lang="en-US" sz="2000" dirty="0" err="1"/>
              <a:t>diện</a:t>
            </a:r>
            <a:r>
              <a:rPr lang="en-US" sz="2000" dirty="0"/>
              <a:t> </a:t>
            </a:r>
            <a:r>
              <a:rPr lang="en-US" sz="2000" dirty="0" err="1"/>
              <a:t>hình</a:t>
            </a:r>
            <a:r>
              <a:rPr lang="en-US" sz="2000" dirty="0"/>
              <a:t> </a:t>
            </a:r>
            <a:r>
              <a:rPr lang="en-US" sz="2000" dirty="0" err="1"/>
              <a:t>ảnh</a:t>
            </a:r>
            <a:r>
              <a:rPr lang="en-US" sz="2000" dirty="0"/>
              <a:t> </a:t>
            </a:r>
            <a:r>
              <a:rPr lang="en-US" sz="2000" dirty="0" err="1"/>
              <a:t>với</a:t>
            </a:r>
            <a:r>
              <a:rPr lang="en-US" sz="2000" dirty="0"/>
              <a:t> OpenCV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4"/>
          <p:cNvSpPr txBox="1">
            <a:spLocks noGrp="1"/>
          </p:cNvSpPr>
          <p:nvPr>
            <p:ph type="title"/>
          </p:nvPr>
        </p:nvSpPr>
        <p:spPr>
          <a:xfrm>
            <a:off x="290146" y="0"/>
            <a:ext cx="7658100" cy="5890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Calibri"/>
              <a:buNone/>
            </a:pPr>
            <a:r>
              <a:rPr lang="vi-VN" dirty="0"/>
              <a:t>Giới thiệu đề tài</a:t>
            </a:r>
            <a:endParaRPr dirty="0"/>
          </a:p>
        </p:txBody>
      </p:sp>
      <p:sp>
        <p:nvSpPr>
          <p:cNvPr id="222" name="Google Shape;222;p4"/>
          <p:cNvSpPr txBox="1">
            <a:spLocks noGrp="1"/>
          </p:cNvSpPr>
          <p:nvPr>
            <p:ph type="body" idx="1"/>
          </p:nvPr>
        </p:nvSpPr>
        <p:spPr>
          <a:xfrm>
            <a:off x="290146" y="861646"/>
            <a:ext cx="8572500" cy="54600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r>
              <a:rPr lang="vi-VN" sz="2000" b="1" dirty="0"/>
              <a:t>Tên đề tài: </a:t>
            </a:r>
            <a:r>
              <a:rPr lang="en-US" sz="2000" dirty="0" err="1"/>
              <a:t>Kiểm</a:t>
            </a:r>
            <a:r>
              <a:rPr lang="en-US" sz="2000" dirty="0"/>
              <a:t> </a:t>
            </a:r>
            <a:r>
              <a:rPr lang="en-US" sz="2000" dirty="0" err="1"/>
              <a:t>thử</a:t>
            </a:r>
            <a:r>
              <a:rPr lang="en-US" sz="2000" dirty="0"/>
              <a:t> </a:t>
            </a:r>
            <a:r>
              <a:rPr lang="en-US" sz="2000" dirty="0" err="1"/>
              <a:t>tự</a:t>
            </a:r>
            <a:r>
              <a:rPr lang="en-US" sz="2000" dirty="0"/>
              <a:t> </a:t>
            </a:r>
            <a:r>
              <a:rPr lang="en-US" sz="2000" dirty="0" err="1"/>
              <a:t>động</a:t>
            </a:r>
            <a:r>
              <a:rPr lang="en-US" sz="2000" dirty="0"/>
              <a:t> </a:t>
            </a:r>
            <a:r>
              <a:rPr lang="en-US" sz="2000" dirty="0" err="1"/>
              <a:t>giao</a:t>
            </a:r>
            <a:r>
              <a:rPr lang="en-US" sz="2000" dirty="0"/>
              <a:t> </a:t>
            </a:r>
            <a:r>
              <a:rPr lang="en-US" sz="2000" dirty="0" err="1"/>
              <a:t>diện</a:t>
            </a:r>
            <a:r>
              <a:rPr lang="en-US" sz="2000" dirty="0"/>
              <a:t> Web </a:t>
            </a:r>
            <a:r>
              <a:rPr lang="en-US" sz="2000" dirty="0" err="1"/>
              <a:t>và</a:t>
            </a:r>
            <a:r>
              <a:rPr lang="en-US" sz="2000" dirty="0"/>
              <a:t> </a:t>
            </a:r>
            <a:r>
              <a:rPr lang="en-US" sz="2000" dirty="0" err="1"/>
              <a:t>sinh</a:t>
            </a:r>
            <a:r>
              <a:rPr lang="en-US" sz="2000" dirty="0"/>
              <a:t> test case </a:t>
            </a:r>
            <a:r>
              <a:rPr lang="en-US" sz="2000" dirty="0" err="1"/>
              <a:t>dựa</a:t>
            </a:r>
            <a:r>
              <a:rPr lang="en-US" sz="2000" dirty="0"/>
              <a:t> </a:t>
            </a:r>
            <a:r>
              <a:rPr lang="en-US" sz="2000" dirty="0" err="1"/>
              <a:t>trên</a:t>
            </a:r>
            <a:r>
              <a:rPr lang="en-US" sz="2000" dirty="0"/>
              <a:t> </a:t>
            </a:r>
            <a:r>
              <a:rPr lang="en-US" sz="2000" dirty="0" err="1"/>
              <a:t>nhận</a:t>
            </a:r>
            <a:r>
              <a:rPr lang="en-US" sz="2000" dirty="0"/>
              <a:t> </a:t>
            </a:r>
            <a:r>
              <a:rPr lang="en-US" sz="2000" dirty="0" err="1"/>
              <a:t>dạng</a:t>
            </a:r>
            <a:r>
              <a:rPr lang="en-US" sz="2000" dirty="0"/>
              <a:t> </a:t>
            </a:r>
            <a:r>
              <a:rPr lang="en-US" sz="2000" dirty="0" err="1"/>
              <a:t>hình</a:t>
            </a:r>
            <a:r>
              <a:rPr lang="en-US" sz="2000" dirty="0"/>
              <a:t> </a:t>
            </a:r>
            <a:r>
              <a:rPr lang="en-US" sz="2000" dirty="0" err="1"/>
              <a:t>ảnh</a:t>
            </a:r>
            <a:r>
              <a:rPr lang="en-US" sz="2000" dirty="0"/>
              <a:t> </a:t>
            </a:r>
            <a:r>
              <a:rPr lang="en-US" sz="2000" dirty="0" err="1"/>
              <a:t>với</a:t>
            </a:r>
            <a:r>
              <a:rPr lang="en-US" sz="2000" dirty="0"/>
              <a:t> OpenCV</a:t>
            </a:r>
            <a:endParaRPr lang="vi-VN" sz="2000" dirty="0"/>
          </a:p>
          <a:p>
            <a:endParaRPr lang="vi-VN" sz="2000" dirty="0"/>
          </a:p>
          <a:p>
            <a:r>
              <a:rPr lang="vi-VN" sz="2000" b="1" dirty="0"/>
              <a:t>Mục tiêu: </a:t>
            </a:r>
            <a:endParaRPr lang="en-US" sz="2000" b="1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sz="2000" dirty="0"/>
              <a:t> </a:t>
            </a:r>
            <a:r>
              <a:rPr lang="en-US" sz="2000" dirty="0" err="1"/>
              <a:t>Tự</a:t>
            </a:r>
            <a:r>
              <a:rPr lang="en-US" sz="2000" dirty="0"/>
              <a:t> </a:t>
            </a:r>
            <a:r>
              <a:rPr lang="en-US" sz="2000" dirty="0" err="1"/>
              <a:t>động</a:t>
            </a:r>
            <a:r>
              <a:rPr lang="en-US" sz="2000" dirty="0"/>
              <a:t> </a:t>
            </a:r>
            <a:r>
              <a:rPr lang="en-US" sz="2000" dirty="0" err="1"/>
              <a:t>kiểm</a:t>
            </a:r>
            <a:r>
              <a:rPr lang="en-US" sz="2000" dirty="0"/>
              <a:t> </a:t>
            </a:r>
            <a:r>
              <a:rPr lang="en-US" sz="2000" dirty="0" err="1"/>
              <a:t>thử</a:t>
            </a:r>
            <a:r>
              <a:rPr lang="en-US" sz="2000" dirty="0"/>
              <a:t> </a:t>
            </a:r>
            <a:r>
              <a:rPr lang="en-US" sz="2000" dirty="0" err="1"/>
              <a:t>giao</a:t>
            </a:r>
            <a:r>
              <a:rPr lang="en-US" sz="2000" dirty="0"/>
              <a:t> </a:t>
            </a:r>
            <a:r>
              <a:rPr lang="en-US" sz="2000" dirty="0" err="1"/>
              <a:t>diện</a:t>
            </a:r>
            <a:r>
              <a:rPr lang="en-US" sz="2000" dirty="0"/>
              <a:t> web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dirty="0"/>
              <a:t> So </a:t>
            </a:r>
            <a:r>
              <a:rPr lang="en-US" sz="2000" dirty="0" err="1"/>
              <a:t>sánh</a:t>
            </a:r>
            <a:r>
              <a:rPr lang="en-US" sz="2000" dirty="0"/>
              <a:t> </a:t>
            </a:r>
            <a:r>
              <a:rPr lang="en-US" sz="2000" dirty="0" err="1"/>
              <a:t>giao</a:t>
            </a:r>
            <a:r>
              <a:rPr lang="en-US" sz="2000" dirty="0"/>
              <a:t> </a:t>
            </a:r>
            <a:r>
              <a:rPr lang="en-US" sz="2000" dirty="0" err="1"/>
              <a:t>diện</a:t>
            </a:r>
            <a:r>
              <a:rPr lang="en-US" sz="2000" dirty="0"/>
              <a:t> </a:t>
            </a:r>
            <a:r>
              <a:rPr lang="en-US" sz="2000" dirty="0" err="1"/>
              <a:t>bằng</a:t>
            </a:r>
            <a:r>
              <a:rPr lang="en-US" sz="2000" dirty="0"/>
              <a:t> OpenCV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dirty="0"/>
              <a:t> OCR </a:t>
            </a:r>
            <a:r>
              <a:rPr lang="en-US" sz="2000" dirty="0" err="1"/>
              <a:t>nhận</a:t>
            </a:r>
            <a:r>
              <a:rPr lang="en-US" sz="2000" dirty="0"/>
              <a:t> </a:t>
            </a:r>
            <a:r>
              <a:rPr lang="en-US" sz="2000" dirty="0" err="1"/>
              <a:t>dạng</a:t>
            </a:r>
            <a:r>
              <a:rPr lang="en-US" sz="2000" dirty="0"/>
              <a:t> text </a:t>
            </a:r>
            <a:r>
              <a:rPr lang="en-US" sz="2000" dirty="0" err="1"/>
              <a:t>trên</a:t>
            </a:r>
            <a:r>
              <a:rPr lang="en-US" sz="2000" dirty="0"/>
              <a:t> </a:t>
            </a:r>
            <a:r>
              <a:rPr lang="en-US" sz="2000" dirty="0" err="1"/>
              <a:t>giao</a:t>
            </a:r>
            <a:r>
              <a:rPr lang="en-US" sz="2000" dirty="0"/>
              <a:t> </a:t>
            </a:r>
            <a:r>
              <a:rPr lang="en-US" sz="2000" dirty="0" err="1"/>
              <a:t>diện</a:t>
            </a:r>
            <a:endParaRPr lang="en-US" sz="2000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sz="2000" dirty="0"/>
              <a:t> </a:t>
            </a:r>
            <a:r>
              <a:rPr lang="en-US" sz="2000" dirty="0" err="1"/>
              <a:t>Sinh</a:t>
            </a:r>
            <a:r>
              <a:rPr lang="en-US" sz="2000" dirty="0"/>
              <a:t> test case </a:t>
            </a:r>
            <a:r>
              <a:rPr lang="en-US" sz="2000" dirty="0" err="1"/>
              <a:t>tự</a:t>
            </a:r>
            <a:r>
              <a:rPr lang="en-US" sz="2000" dirty="0"/>
              <a:t> </a:t>
            </a:r>
            <a:r>
              <a:rPr lang="en-US" sz="2000" dirty="0" err="1"/>
              <a:t>động</a:t>
            </a:r>
            <a:r>
              <a:rPr lang="en-US" sz="2000" dirty="0"/>
              <a:t> </a:t>
            </a:r>
            <a:r>
              <a:rPr lang="en-US" sz="2000" dirty="0" err="1"/>
              <a:t>bằng</a:t>
            </a:r>
            <a:r>
              <a:rPr lang="en-US" sz="2000" dirty="0"/>
              <a:t> AI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dirty="0"/>
              <a:t> </a:t>
            </a:r>
            <a:r>
              <a:rPr lang="en-US" sz="2000" dirty="0" err="1"/>
              <a:t>Xuất</a:t>
            </a:r>
            <a:r>
              <a:rPr lang="en-US" sz="2000" dirty="0"/>
              <a:t> </a:t>
            </a:r>
            <a:r>
              <a:rPr lang="en-US" sz="2000" dirty="0" err="1"/>
              <a:t>báo</a:t>
            </a:r>
            <a:r>
              <a:rPr lang="en-US" sz="2000" dirty="0"/>
              <a:t> </a:t>
            </a:r>
            <a:r>
              <a:rPr lang="en-US" sz="2000" dirty="0" err="1"/>
              <a:t>cáo</a:t>
            </a:r>
            <a:r>
              <a:rPr lang="en-US" sz="2000" dirty="0"/>
              <a:t> Excel </a:t>
            </a:r>
            <a:r>
              <a:rPr lang="en-US" sz="2000" dirty="0" err="1"/>
              <a:t>và</a:t>
            </a:r>
            <a:r>
              <a:rPr lang="en-US" sz="2000" dirty="0"/>
              <a:t> HTML</a:t>
            </a:r>
            <a:endParaRPr lang="vi-VN" sz="2000" dirty="0"/>
          </a:p>
          <a:p>
            <a:pPr marL="0" indent="0">
              <a:buSzPts val="2400"/>
              <a:buNone/>
            </a:pPr>
            <a:endParaRPr lang="vi-VN" sz="2000" dirty="0">
              <a:latin typeface="+mn-l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4"/>
          <p:cNvSpPr txBox="1">
            <a:spLocks noGrp="1"/>
          </p:cNvSpPr>
          <p:nvPr>
            <p:ph type="title"/>
          </p:nvPr>
        </p:nvSpPr>
        <p:spPr>
          <a:xfrm>
            <a:off x="0" y="387838"/>
            <a:ext cx="8572500" cy="2969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vi-VN" sz="3200" dirty="0">
                <a:solidFill>
                  <a:schemeClr val="bg1"/>
                </a:solidFill>
              </a:rPr>
              <a:t> </a:t>
            </a:r>
            <a:r>
              <a:rPr lang="en-US" sz="3200" dirty="0" err="1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Lý</a:t>
            </a:r>
            <a:r>
              <a:rPr lang="en-US" sz="3200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 do </a:t>
            </a:r>
            <a:r>
              <a:rPr lang="en-US" sz="3200" dirty="0" err="1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chọn</a:t>
            </a:r>
            <a:r>
              <a:rPr lang="en-US" sz="3200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200" dirty="0" err="1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đề</a:t>
            </a:r>
            <a:r>
              <a:rPr lang="en-US" sz="3200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200" dirty="0" err="1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tài</a:t>
            </a:r>
            <a:br>
              <a:rPr lang="vi-VN" sz="3200" dirty="0">
                <a:solidFill>
                  <a:schemeClr val="bg1"/>
                </a:solidFill>
              </a:rPr>
            </a:br>
            <a:endParaRPr sz="3200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70F8DBA-213C-4BA9-83E1-720FE53A979A}"/>
              </a:ext>
            </a:extLst>
          </p:cNvPr>
          <p:cNvSpPr txBox="1"/>
          <p:nvPr/>
        </p:nvSpPr>
        <p:spPr>
          <a:xfrm>
            <a:off x="5111496" y="1014984"/>
            <a:ext cx="1847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7AAFE0-5F67-4EBA-AB1F-B85DFF4D24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85749" y="698988"/>
            <a:ext cx="7048111" cy="5912124"/>
          </a:xfrm>
        </p:spPr>
        <p:txBody>
          <a:bodyPr>
            <a:normAutofit/>
          </a:bodyPr>
          <a:lstStyle/>
          <a:p>
            <a:pPr marL="114300" indent="0">
              <a:buNone/>
            </a:pPr>
            <a:r>
              <a:rPr lang="en-US" dirty="0" err="1"/>
              <a:t>Kiểm</a:t>
            </a:r>
            <a:r>
              <a:rPr lang="en-US" dirty="0"/>
              <a:t> </a:t>
            </a:r>
            <a:r>
              <a:rPr lang="en-US" dirty="0" err="1"/>
              <a:t>thử</a:t>
            </a:r>
            <a:r>
              <a:rPr lang="en-US" dirty="0"/>
              <a:t> </a:t>
            </a:r>
            <a:r>
              <a:rPr lang="en-US" dirty="0" err="1"/>
              <a:t>giao</a:t>
            </a:r>
            <a:r>
              <a:rPr lang="en-US" dirty="0"/>
              <a:t> </a:t>
            </a:r>
            <a:r>
              <a:rPr lang="en-US" dirty="0" err="1"/>
              <a:t>diện</a:t>
            </a:r>
            <a:r>
              <a:rPr lang="en-US" dirty="0"/>
              <a:t> Web </a:t>
            </a:r>
            <a:r>
              <a:rPr lang="en-US" dirty="0" err="1"/>
              <a:t>truyền</a:t>
            </a:r>
            <a:r>
              <a:rPr lang="en-US" dirty="0"/>
              <a:t> </a:t>
            </a:r>
            <a:r>
              <a:rPr lang="en-US" dirty="0" err="1"/>
              <a:t>thống</a:t>
            </a:r>
            <a:r>
              <a:rPr lang="en-US" dirty="0"/>
              <a:t> </a:t>
            </a:r>
            <a:r>
              <a:rPr lang="en-US" dirty="0" err="1"/>
              <a:t>gặp</a:t>
            </a:r>
            <a:r>
              <a:rPr lang="en-US" dirty="0"/>
              <a:t> </a:t>
            </a:r>
            <a:r>
              <a:rPr lang="en-US" dirty="0" err="1"/>
              <a:t>nhiều</a:t>
            </a:r>
            <a:r>
              <a:rPr lang="en-US" dirty="0"/>
              <a:t> </a:t>
            </a:r>
            <a:r>
              <a:rPr lang="en-US" dirty="0" err="1"/>
              <a:t>hạn</a:t>
            </a:r>
            <a:r>
              <a:rPr lang="en-US" dirty="0"/>
              <a:t> </a:t>
            </a:r>
            <a:r>
              <a:rPr lang="en-US" dirty="0" err="1"/>
              <a:t>chế</a:t>
            </a:r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dirty="0" err="1"/>
              <a:t>Phụ</a:t>
            </a:r>
            <a:r>
              <a:rPr lang="en-US" dirty="0"/>
              <a:t> </a:t>
            </a:r>
            <a:r>
              <a:rPr lang="en-US" dirty="0" err="1"/>
              <a:t>thuộc</a:t>
            </a:r>
            <a:r>
              <a:rPr lang="en-US" dirty="0"/>
              <a:t> </a:t>
            </a:r>
            <a:r>
              <a:rPr lang="en-US" dirty="0" err="1"/>
              <a:t>Xpath</a:t>
            </a:r>
            <a:r>
              <a:rPr lang="en-US" dirty="0"/>
              <a:t>/CSS Selector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 err="1"/>
              <a:t>Dễ</a:t>
            </a:r>
            <a:r>
              <a:rPr lang="en-US" dirty="0"/>
              <a:t> </a:t>
            </a:r>
            <a:r>
              <a:rPr lang="en-US" dirty="0" err="1"/>
              <a:t>lỗi</a:t>
            </a:r>
            <a:r>
              <a:rPr lang="en-US" dirty="0"/>
              <a:t> </a:t>
            </a:r>
            <a:r>
              <a:rPr lang="en-US" dirty="0" err="1"/>
              <a:t>khi</a:t>
            </a:r>
            <a:r>
              <a:rPr lang="en-US" dirty="0"/>
              <a:t> </a:t>
            </a:r>
            <a:r>
              <a:rPr lang="en-US" dirty="0" err="1"/>
              <a:t>giao</a:t>
            </a:r>
            <a:r>
              <a:rPr lang="en-US" dirty="0"/>
              <a:t> </a:t>
            </a:r>
            <a:r>
              <a:rPr lang="en-US" dirty="0" err="1"/>
              <a:t>diện</a:t>
            </a:r>
            <a:r>
              <a:rPr lang="en-US" dirty="0"/>
              <a:t> </a:t>
            </a:r>
            <a:r>
              <a:rPr lang="en-US" dirty="0" err="1"/>
              <a:t>thay</a:t>
            </a:r>
            <a:r>
              <a:rPr lang="en-US" dirty="0"/>
              <a:t> </a:t>
            </a:r>
            <a:r>
              <a:rPr lang="en-US" dirty="0" err="1"/>
              <a:t>đổi</a:t>
            </a:r>
            <a:r>
              <a:rPr lang="en-US" dirty="0"/>
              <a:t>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 err="1"/>
              <a:t>Khó</a:t>
            </a:r>
            <a:r>
              <a:rPr lang="en-US" dirty="0"/>
              <a:t> </a:t>
            </a:r>
            <a:r>
              <a:rPr lang="en-US" dirty="0" err="1"/>
              <a:t>phát</a:t>
            </a:r>
            <a:r>
              <a:rPr lang="en-US" dirty="0"/>
              <a:t> </a:t>
            </a:r>
            <a:r>
              <a:rPr lang="en-US" dirty="0" err="1"/>
              <a:t>hiện</a:t>
            </a:r>
            <a:r>
              <a:rPr lang="en-US" dirty="0"/>
              <a:t> </a:t>
            </a:r>
            <a:r>
              <a:rPr lang="en-US" dirty="0" err="1"/>
              <a:t>lỗi</a:t>
            </a:r>
            <a:r>
              <a:rPr lang="en-US" dirty="0"/>
              <a:t> </a:t>
            </a:r>
            <a:r>
              <a:rPr lang="en-US" dirty="0" err="1"/>
              <a:t>hiển</a:t>
            </a:r>
            <a:r>
              <a:rPr lang="en-US" dirty="0"/>
              <a:t> </a:t>
            </a:r>
            <a:r>
              <a:rPr lang="en-US" dirty="0" err="1"/>
              <a:t>thị</a:t>
            </a:r>
            <a:endParaRPr lang="en-US" dirty="0"/>
          </a:p>
          <a:p>
            <a:pPr marL="114300" indent="0">
              <a:buNone/>
            </a:pPr>
            <a:r>
              <a:rPr lang="en-US" dirty="0" err="1"/>
              <a:t>Giải</a:t>
            </a:r>
            <a:r>
              <a:rPr lang="en-US" dirty="0"/>
              <a:t> </a:t>
            </a:r>
            <a:r>
              <a:rPr lang="en-US" dirty="0" err="1"/>
              <a:t>pháp</a:t>
            </a:r>
            <a:r>
              <a:rPr lang="en-US" dirty="0"/>
              <a:t>: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 err="1"/>
              <a:t>Kiểm</a:t>
            </a:r>
            <a:r>
              <a:rPr lang="en-US" dirty="0"/>
              <a:t> </a:t>
            </a:r>
            <a:r>
              <a:rPr lang="en-US" dirty="0" err="1"/>
              <a:t>thử</a:t>
            </a:r>
            <a:r>
              <a:rPr lang="en-US" dirty="0"/>
              <a:t> </a:t>
            </a:r>
            <a:r>
              <a:rPr lang="en-US" dirty="0" err="1"/>
              <a:t>dựa</a:t>
            </a:r>
            <a:r>
              <a:rPr lang="en-US" dirty="0"/>
              <a:t> </a:t>
            </a:r>
            <a:r>
              <a:rPr lang="en-US" dirty="0" err="1"/>
              <a:t>trên</a:t>
            </a:r>
            <a:r>
              <a:rPr lang="en-US" dirty="0"/>
              <a:t> </a:t>
            </a:r>
            <a:r>
              <a:rPr lang="en-US" dirty="0" err="1"/>
              <a:t>hình</a:t>
            </a:r>
            <a:r>
              <a:rPr lang="en-US" dirty="0"/>
              <a:t> </a:t>
            </a:r>
            <a:r>
              <a:rPr lang="en-US" dirty="0" err="1"/>
              <a:t>ảnh</a:t>
            </a:r>
            <a:r>
              <a:rPr lang="en-US" dirty="0"/>
              <a:t>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So </a:t>
            </a:r>
            <a:r>
              <a:rPr lang="en-US" dirty="0" err="1"/>
              <a:t>sánh</a:t>
            </a:r>
            <a:r>
              <a:rPr lang="en-US" dirty="0"/>
              <a:t> </a:t>
            </a:r>
            <a:r>
              <a:rPr lang="en-US" dirty="0" err="1"/>
              <a:t>giao</a:t>
            </a:r>
            <a:r>
              <a:rPr lang="en-US" dirty="0"/>
              <a:t> </a:t>
            </a:r>
            <a:r>
              <a:rPr lang="en-US" dirty="0" err="1"/>
              <a:t>diện</a:t>
            </a:r>
            <a:r>
              <a:rPr lang="en-US" dirty="0"/>
              <a:t> </a:t>
            </a:r>
            <a:r>
              <a:rPr lang="en-US" dirty="0" err="1"/>
              <a:t>bằng</a:t>
            </a:r>
            <a:r>
              <a:rPr lang="en-US" dirty="0"/>
              <a:t> OpenCV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OCR </a:t>
            </a:r>
            <a:r>
              <a:rPr lang="en-US" dirty="0" err="1"/>
              <a:t>nhận</a:t>
            </a:r>
            <a:r>
              <a:rPr lang="en-US" dirty="0"/>
              <a:t> </a:t>
            </a:r>
            <a:r>
              <a:rPr lang="en-US" dirty="0" err="1"/>
              <a:t>dạng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giao</a:t>
            </a:r>
            <a:r>
              <a:rPr lang="en-US" dirty="0"/>
              <a:t> </a:t>
            </a:r>
            <a:r>
              <a:rPr lang="en-US" dirty="0" err="1"/>
              <a:t>diện</a:t>
            </a:r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AI </a:t>
            </a:r>
            <a:r>
              <a:rPr lang="en-US" dirty="0" err="1"/>
              <a:t>hỗ</a:t>
            </a:r>
            <a:r>
              <a:rPr lang="en-US" dirty="0"/>
              <a:t> </a:t>
            </a:r>
            <a:r>
              <a:rPr lang="en-US" dirty="0" err="1"/>
              <a:t>trợ</a:t>
            </a:r>
            <a:r>
              <a:rPr lang="en-US" dirty="0"/>
              <a:t> </a:t>
            </a:r>
            <a:r>
              <a:rPr lang="en-US" dirty="0" err="1"/>
              <a:t>sinh</a:t>
            </a:r>
            <a:r>
              <a:rPr lang="en-US" dirty="0"/>
              <a:t> test case </a:t>
            </a:r>
            <a:r>
              <a:rPr lang="en-US" dirty="0" err="1"/>
              <a:t>tự</a:t>
            </a:r>
            <a:r>
              <a:rPr lang="en-US" dirty="0"/>
              <a:t> </a:t>
            </a:r>
            <a:r>
              <a:rPr lang="en-US" dirty="0" err="1"/>
              <a:t>động</a:t>
            </a:r>
            <a:endParaRPr lang="vi-VN" dirty="0"/>
          </a:p>
          <a:p>
            <a:pPr marL="114300" indent="0">
              <a:buNone/>
            </a:pP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2373121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4"/>
          <p:cNvSpPr txBox="1">
            <a:spLocks noGrp="1"/>
          </p:cNvSpPr>
          <p:nvPr>
            <p:ph type="title"/>
          </p:nvPr>
        </p:nvSpPr>
        <p:spPr>
          <a:xfrm>
            <a:off x="0" y="387838"/>
            <a:ext cx="8572500" cy="2969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vi-VN" sz="3200" dirty="0">
                <a:solidFill>
                  <a:schemeClr val="bg1"/>
                </a:solidFill>
              </a:rPr>
              <a:t> </a:t>
            </a:r>
            <a:r>
              <a:rPr lang="en-US" sz="3200" dirty="0" err="1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Công</a:t>
            </a:r>
            <a:r>
              <a:rPr lang="en-US" sz="3200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200" dirty="0" err="1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nghê</a:t>
            </a:r>
            <a:r>
              <a:rPr lang="en-US" sz="3200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200" dirty="0" err="1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sử</a:t>
            </a:r>
            <a:r>
              <a:rPr lang="en-US" sz="3200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200" dirty="0" err="1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dụng</a:t>
            </a:r>
            <a:r>
              <a:rPr lang="en-US" sz="3200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br>
              <a:rPr lang="vi-VN" sz="3200" dirty="0">
                <a:solidFill>
                  <a:schemeClr val="bg1"/>
                </a:solidFill>
              </a:rPr>
            </a:br>
            <a:endParaRPr sz="3200" dirty="0">
              <a:solidFill>
                <a:schemeClr val="bg1"/>
              </a:solidFill>
            </a:endParaRPr>
          </a:p>
        </p:txBody>
      </p:sp>
      <p:sp>
        <p:nvSpPr>
          <p:cNvPr id="222" name="Google Shape;222;p4"/>
          <p:cNvSpPr txBox="1">
            <a:spLocks noGrp="1"/>
          </p:cNvSpPr>
          <p:nvPr>
            <p:ph type="body" idx="1"/>
          </p:nvPr>
        </p:nvSpPr>
        <p:spPr>
          <a:xfrm>
            <a:off x="276138" y="898922"/>
            <a:ext cx="5616878" cy="5544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14300" indent="0">
              <a:spcAft>
                <a:spcPts val="600"/>
              </a:spcAft>
              <a:buNone/>
            </a:pPr>
            <a:r>
              <a:rPr lang="en-US" sz="1800" dirty="0"/>
              <a:t>Selenium</a:t>
            </a:r>
          </a:p>
          <a:p>
            <a:pPr>
              <a:spcAft>
                <a:spcPts val="600"/>
              </a:spcAft>
            </a:pPr>
            <a:r>
              <a:rPr lang="en-US" sz="1800" dirty="0" err="1">
                <a:latin typeface="+mn-lt"/>
              </a:rPr>
              <a:t>Điều</a:t>
            </a:r>
            <a:r>
              <a:rPr lang="en-US" sz="1800" dirty="0">
                <a:latin typeface="+mn-lt"/>
              </a:rPr>
              <a:t> </a:t>
            </a:r>
            <a:r>
              <a:rPr lang="en-US" sz="1800" dirty="0" err="1">
                <a:latin typeface="+mn-lt"/>
              </a:rPr>
              <a:t>khiển</a:t>
            </a:r>
            <a:r>
              <a:rPr lang="en-US" sz="1800" dirty="0">
                <a:latin typeface="+mn-lt"/>
              </a:rPr>
              <a:t> </a:t>
            </a:r>
            <a:r>
              <a:rPr lang="en-US" sz="1800" dirty="0" err="1">
                <a:latin typeface="+mn-lt"/>
              </a:rPr>
              <a:t>trình</a:t>
            </a:r>
            <a:r>
              <a:rPr lang="en-US" sz="1800" dirty="0">
                <a:latin typeface="+mn-lt"/>
              </a:rPr>
              <a:t> </a:t>
            </a:r>
            <a:r>
              <a:rPr lang="en-US" sz="1800" dirty="0" err="1">
                <a:latin typeface="+mn-lt"/>
              </a:rPr>
              <a:t>duyệt</a:t>
            </a:r>
            <a:r>
              <a:rPr lang="en-US" sz="1800" dirty="0">
                <a:latin typeface="+mn-lt"/>
              </a:rPr>
              <a:t> </a:t>
            </a:r>
          </a:p>
          <a:p>
            <a:pPr>
              <a:spcAft>
                <a:spcPts val="600"/>
              </a:spcAft>
            </a:pPr>
            <a:r>
              <a:rPr lang="en-US" sz="1800" dirty="0">
                <a:latin typeface="+mn-lt"/>
              </a:rPr>
              <a:t>Capture </a:t>
            </a:r>
            <a:r>
              <a:rPr lang="en-US" sz="1800" dirty="0" err="1">
                <a:latin typeface="+mn-lt"/>
              </a:rPr>
              <a:t>giao</a:t>
            </a:r>
            <a:r>
              <a:rPr lang="en-US" sz="1800" dirty="0">
                <a:latin typeface="+mn-lt"/>
              </a:rPr>
              <a:t> </a:t>
            </a:r>
            <a:r>
              <a:rPr lang="en-US" sz="1800" dirty="0" err="1">
                <a:latin typeface="+mn-lt"/>
              </a:rPr>
              <a:t>diện</a:t>
            </a:r>
            <a:r>
              <a:rPr lang="en-US" sz="1800" dirty="0">
                <a:latin typeface="+mn-lt"/>
              </a:rPr>
              <a:t> Web</a:t>
            </a:r>
            <a:endParaRPr lang="vi-VN" sz="1800" dirty="0">
              <a:latin typeface="+mn-lt"/>
            </a:endParaRPr>
          </a:p>
          <a:p>
            <a:pPr marL="114300" indent="0">
              <a:spcAft>
                <a:spcPts val="600"/>
              </a:spcAft>
              <a:buNone/>
            </a:pPr>
            <a:r>
              <a:rPr lang="en-US" sz="1800" dirty="0"/>
              <a:t>OpenCV</a:t>
            </a:r>
          </a:p>
          <a:p>
            <a:pPr>
              <a:spcAft>
                <a:spcPts val="600"/>
              </a:spcAft>
            </a:pPr>
            <a:r>
              <a:rPr lang="en-US" sz="1800" dirty="0"/>
              <a:t>So </a:t>
            </a:r>
            <a:r>
              <a:rPr lang="en-US" sz="1800" dirty="0" err="1"/>
              <a:t>sánh</a:t>
            </a:r>
            <a:r>
              <a:rPr lang="en-US" sz="1800" dirty="0"/>
              <a:t> </a:t>
            </a:r>
            <a:r>
              <a:rPr lang="en-US" sz="1800" dirty="0" err="1"/>
              <a:t>hình</a:t>
            </a:r>
            <a:r>
              <a:rPr lang="en-US" sz="1800" dirty="0"/>
              <a:t> </a:t>
            </a:r>
            <a:r>
              <a:rPr lang="en-US" sz="1800" dirty="0" err="1"/>
              <a:t>ảnh</a:t>
            </a:r>
            <a:r>
              <a:rPr lang="en-US" sz="1800" dirty="0"/>
              <a:t> </a:t>
            </a:r>
            <a:r>
              <a:rPr lang="en-US" sz="1800" dirty="0" err="1"/>
              <a:t>giao</a:t>
            </a:r>
            <a:r>
              <a:rPr lang="en-US" sz="1800" dirty="0"/>
              <a:t> </a:t>
            </a:r>
            <a:r>
              <a:rPr lang="en-US" sz="1800" dirty="0" err="1"/>
              <a:t>diện</a:t>
            </a:r>
            <a:r>
              <a:rPr lang="en-US" sz="1800" dirty="0"/>
              <a:t> </a:t>
            </a:r>
          </a:p>
          <a:p>
            <a:pPr>
              <a:spcAft>
                <a:spcPts val="600"/>
              </a:spcAft>
            </a:pPr>
            <a:r>
              <a:rPr lang="en-US" sz="1800" dirty="0" err="1"/>
              <a:t>Hightlight</a:t>
            </a:r>
            <a:r>
              <a:rPr lang="en-US" sz="1800" dirty="0"/>
              <a:t> </a:t>
            </a:r>
            <a:r>
              <a:rPr lang="en-US" sz="1800" dirty="0" err="1"/>
              <a:t>vùng</a:t>
            </a:r>
            <a:r>
              <a:rPr lang="en-US" sz="1800" dirty="0"/>
              <a:t> </a:t>
            </a:r>
            <a:r>
              <a:rPr lang="en-US" sz="1800" dirty="0" err="1"/>
              <a:t>sai</a:t>
            </a:r>
            <a:r>
              <a:rPr lang="en-US" sz="1800" dirty="0"/>
              <a:t> </a:t>
            </a:r>
            <a:r>
              <a:rPr lang="en-US" sz="1800" dirty="0" err="1"/>
              <a:t>khác</a:t>
            </a:r>
            <a:r>
              <a:rPr lang="en-US" sz="1800" dirty="0"/>
              <a:t> </a:t>
            </a:r>
          </a:p>
          <a:p>
            <a:pPr marL="114300" indent="0">
              <a:spcAft>
                <a:spcPts val="600"/>
              </a:spcAft>
              <a:buNone/>
            </a:pPr>
            <a:r>
              <a:rPr lang="en-US" sz="1800" dirty="0"/>
              <a:t>OCR</a:t>
            </a:r>
          </a:p>
          <a:p>
            <a:pPr marL="114300" indent="0">
              <a:spcAft>
                <a:spcPts val="600"/>
              </a:spcAft>
              <a:buNone/>
            </a:pPr>
            <a:r>
              <a:rPr lang="en-US" sz="1800" dirty="0" err="1"/>
              <a:t>Trích</a:t>
            </a:r>
            <a:r>
              <a:rPr lang="en-US" sz="1800" dirty="0"/>
              <a:t> </a:t>
            </a:r>
            <a:r>
              <a:rPr lang="en-US" sz="1800" dirty="0" err="1"/>
              <a:t>xuất</a:t>
            </a:r>
            <a:r>
              <a:rPr lang="en-US" sz="1800" dirty="0"/>
              <a:t> text </a:t>
            </a:r>
            <a:r>
              <a:rPr lang="en-US" sz="1800" dirty="0" err="1"/>
              <a:t>từ</a:t>
            </a:r>
            <a:r>
              <a:rPr lang="en-US" sz="1800" dirty="0"/>
              <a:t> </a:t>
            </a:r>
            <a:r>
              <a:rPr lang="en-US" sz="1800" dirty="0" err="1"/>
              <a:t>giao</a:t>
            </a:r>
            <a:r>
              <a:rPr lang="en-US" sz="1800" dirty="0"/>
              <a:t> </a:t>
            </a:r>
            <a:r>
              <a:rPr lang="en-US" sz="1800" dirty="0" err="1"/>
              <a:t>diện</a:t>
            </a:r>
            <a:r>
              <a:rPr lang="en-US" sz="1800" dirty="0"/>
              <a:t> </a:t>
            </a:r>
          </a:p>
          <a:p>
            <a:pPr marL="114300" indent="0">
              <a:spcAft>
                <a:spcPts val="600"/>
              </a:spcAft>
              <a:buNone/>
            </a:pPr>
            <a:r>
              <a:rPr lang="en-US" sz="1800" dirty="0" err="1"/>
              <a:t>Ollama</a:t>
            </a:r>
            <a:r>
              <a:rPr lang="en-US" sz="1800" dirty="0"/>
              <a:t> AI </a:t>
            </a:r>
          </a:p>
          <a:p>
            <a:pPr>
              <a:spcAft>
                <a:spcPts val="600"/>
              </a:spcAft>
            </a:pPr>
            <a:r>
              <a:rPr lang="en-US" sz="1800" dirty="0" err="1"/>
              <a:t>Sinh</a:t>
            </a:r>
            <a:r>
              <a:rPr lang="en-US" sz="1800" dirty="0"/>
              <a:t> test case </a:t>
            </a:r>
            <a:r>
              <a:rPr lang="en-US" sz="1800" dirty="0" err="1"/>
              <a:t>tự</a:t>
            </a:r>
            <a:r>
              <a:rPr lang="en-US" sz="1800" dirty="0"/>
              <a:t> </a:t>
            </a:r>
            <a:r>
              <a:rPr lang="en-US" sz="1800" dirty="0" err="1"/>
              <a:t>động</a:t>
            </a:r>
            <a:r>
              <a:rPr lang="en-US" sz="1800" dirty="0"/>
              <a:t> </a:t>
            </a:r>
            <a:endParaRPr lang="vi-VN" sz="1800" dirty="0"/>
          </a:p>
        </p:txBody>
      </p:sp>
      <p:pic>
        <p:nvPicPr>
          <p:cNvPr id="1026" name="Picture 2" descr="Giới thiệu về Selenium | Anh Tester">
            <a:extLst>
              <a:ext uri="{FF2B5EF4-FFF2-40B4-BE49-F238E27FC236}">
                <a16:creationId xmlns:a16="http://schemas.microsoft.com/office/drawing/2014/main" id="{16AA64A4-59CC-45B5-9371-965DEF01BE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686412"/>
            <a:ext cx="3480318" cy="15830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OpenCV là gì? Cách sử dụng OpenCV như thế nào">
            <a:extLst>
              <a:ext uri="{FF2B5EF4-FFF2-40B4-BE49-F238E27FC236}">
                <a16:creationId xmlns:a16="http://schemas.microsoft.com/office/drawing/2014/main" id="{FCC9297B-4767-4990-B86F-30D2B9E7B8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16718" y="2481942"/>
            <a:ext cx="2162175" cy="10217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OCR là gì? Ứng dụng OCR nhận diện thông tin liên hệ từ ...">
            <a:extLst>
              <a:ext uri="{FF2B5EF4-FFF2-40B4-BE49-F238E27FC236}">
                <a16:creationId xmlns:a16="http://schemas.microsoft.com/office/drawing/2014/main" id="{D795FCB5-8093-44ED-A67C-E3B5781F14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23550" y="3852452"/>
            <a:ext cx="1513892" cy="12456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Ollama: Công cụ hỗ trợ Triển khai Ứng dụng LLM nội bộ ...">
            <a:extLst>
              <a:ext uri="{FF2B5EF4-FFF2-40B4-BE49-F238E27FC236}">
                <a16:creationId xmlns:a16="http://schemas.microsoft.com/office/drawing/2014/main" id="{19C5DA35-FC9F-485E-AD8A-B4CADF00A9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4810" y="5168770"/>
            <a:ext cx="2571750" cy="1409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090729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4"/>
          <p:cNvSpPr txBox="1">
            <a:spLocks noGrp="1"/>
          </p:cNvSpPr>
          <p:nvPr>
            <p:ph type="title"/>
          </p:nvPr>
        </p:nvSpPr>
        <p:spPr>
          <a:xfrm>
            <a:off x="0" y="387838"/>
            <a:ext cx="8572500" cy="2969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vi-VN" sz="3200" dirty="0">
                <a:solidFill>
                  <a:schemeClr val="bg1"/>
                </a:solidFill>
              </a:rPr>
              <a:t> </a:t>
            </a:r>
            <a:r>
              <a:rPr lang="en-US" sz="3200" dirty="0" err="1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Kiến</a:t>
            </a:r>
            <a:r>
              <a:rPr lang="en-US" sz="3200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200" dirty="0" err="1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trúc</a:t>
            </a:r>
            <a:r>
              <a:rPr lang="en-US" sz="3200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200" dirty="0" err="1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hệ</a:t>
            </a:r>
            <a:r>
              <a:rPr lang="en-US" sz="3200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200" dirty="0" err="1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thống</a:t>
            </a:r>
            <a:r>
              <a:rPr lang="en-US" sz="3200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br>
              <a:rPr lang="vi-VN" sz="3200" dirty="0">
                <a:solidFill>
                  <a:schemeClr val="bg1"/>
                </a:solidFill>
              </a:rPr>
            </a:br>
            <a:endParaRPr sz="3200" dirty="0">
              <a:solidFill>
                <a:schemeClr val="bg1"/>
              </a:solidFill>
            </a:endParaRPr>
          </a:p>
        </p:txBody>
      </p:sp>
      <p:sp>
        <p:nvSpPr>
          <p:cNvPr id="222" name="Google Shape;222;p4"/>
          <p:cNvSpPr txBox="1">
            <a:spLocks noGrp="1"/>
          </p:cNvSpPr>
          <p:nvPr>
            <p:ph type="body" idx="1"/>
          </p:nvPr>
        </p:nvSpPr>
        <p:spPr>
          <a:xfrm>
            <a:off x="0" y="886968"/>
            <a:ext cx="4506686" cy="5861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14300" indent="0">
              <a:spcAft>
                <a:spcPts val="600"/>
              </a:spcAft>
              <a:buNone/>
            </a:pPr>
            <a:r>
              <a:rPr lang="vi-VN" sz="1800" dirty="0">
                <a:latin typeface="+mn-lt"/>
              </a:rPr>
              <a:t>Website</a:t>
            </a:r>
          </a:p>
          <a:p>
            <a:pPr marL="114300" indent="0">
              <a:spcAft>
                <a:spcPts val="600"/>
              </a:spcAft>
              <a:buNone/>
            </a:pPr>
            <a:r>
              <a:rPr lang="vi-VN" sz="1800" dirty="0">
                <a:latin typeface="+mn-lt"/>
              </a:rPr>
              <a:t>   ↓</a:t>
            </a:r>
          </a:p>
          <a:p>
            <a:pPr marL="114300" indent="0">
              <a:spcAft>
                <a:spcPts val="600"/>
              </a:spcAft>
              <a:buNone/>
            </a:pPr>
            <a:r>
              <a:rPr lang="vi-VN" sz="1800" dirty="0">
                <a:latin typeface="+mn-lt"/>
              </a:rPr>
              <a:t>Selenium Capture Screenshot</a:t>
            </a:r>
          </a:p>
          <a:p>
            <a:pPr marL="114300" indent="0">
              <a:spcAft>
                <a:spcPts val="600"/>
              </a:spcAft>
              <a:buNone/>
            </a:pPr>
            <a:r>
              <a:rPr lang="vi-VN" sz="1800" dirty="0">
                <a:latin typeface="+mn-lt"/>
              </a:rPr>
              <a:t>  ↓</a:t>
            </a:r>
          </a:p>
          <a:p>
            <a:pPr marL="114300" indent="0">
              <a:spcAft>
                <a:spcPts val="600"/>
              </a:spcAft>
              <a:buNone/>
            </a:pPr>
            <a:r>
              <a:rPr lang="vi-VN" sz="1800" dirty="0">
                <a:latin typeface="+mn-lt"/>
              </a:rPr>
              <a:t>OpenCV Compare Image</a:t>
            </a:r>
          </a:p>
          <a:p>
            <a:pPr marL="114300" indent="0">
              <a:spcAft>
                <a:spcPts val="600"/>
              </a:spcAft>
              <a:buNone/>
            </a:pPr>
            <a:r>
              <a:rPr lang="vi-VN" sz="1800" dirty="0">
                <a:latin typeface="+mn-lt"/>
              </a:rPr>
              <a:t>   ↓</a:t>
            </a:r>
          </a:p>
          <a:p>
            <a:pPr marL="114300" indent="0">
              <a:spcAft>
                <a:spcPts val="600"/>
              </a:spcAft>
              <a:buNone/>
            </a:pPr>
            <a:r>
              <a:rPr lang="vi-VN" sz="1800" dirty="0">
                <a:latin typeface="+mn-lt"/>
              </a:rPr>
              <a:t>OCR Extract Text</a:t>
            </a:r>
          </a:p>
          <a:p>
            <a:pPr marL="114300" indent="0">
              <a:spcAft>
                <a:spcPts val="600"/>
              </a:spcAft>
              <a:buNone/>
            </a:pPr>
            <a:r>
              <a:rPr lang="vi-VN" sz="1800" dirty="0">
                <a:latin typeface="+mn-lt"/>
              </a:rPr>
              <a:t>   ↓</a:t>
            </a:r>
          </a:p>
          <a:p>
            <a:pPr marL="114300" indent="0">
              <a:spcAft>
                <a:spcPts val="600"/>
              </a:spcAft>
              <a:buNone/>
            </a:pPr>
            <a:r>
              <a:rPr lang="vi-VN" sz="1800" dirty="0">
                <a:latin typeface="+mn-lt"/>
              </a:rPr>
              <a:t>Ollama Generate Test Case</a:t>
            </a:r>
          </a:p>
          <a:p>
            <a:pPr marL="114300" indent="0">
              <a:spcAft>
                <a:spcPts val="600"/>
              </a:spcAft>
              <a:buNone/>
            </a:pPr>
            <a:r>
              <a:rPr lang="vi-VN" sz="1800" dirty="0">
                <a:latin typeface="+mn-lt"/>
              </a:rPr>
              <a:t>   ↓</a:t>
            </a:r>
          </a:p>
          <a:p>
            <a:pPr marL="114300" indent="0">
              <a:spcAft>
                <a:spcPts val="600"/>
              </a:spcAft>
              <a:buNone/>
            </a:pPr>
            <a:r>
              <a:rPr lang="vi-VN" sz="1800" dirty="0">
                <a:latin typeface="+mn-lt"/>
              </a:rPr>
              <a:t>Excel Report + HTML Report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0FA2CB0-4327-4506-8318-01AD1A6D2D4D}"/>
              </a:ext>
            </a:extLst>
          </p:cNvPr>
          <p:cNvSpPr txBox="1"/>
          <p:nvPr/>
        </p:nvSpPr>
        <p:spPr>
          <a:xfrm>
            <a:off x="4777273" y="886968"/>
            <a:ext cx="4142792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 err="1"/>
              <a:t>Giao</a:t>
            </a:r>
            <a:r>
              <a:rPr lang="en-US" sz="1800" dirty="0"/>
              <a:t> </a:t>
            </a:r>
            <a:r>
              <a:rPr lang="en-US" sz="1800" dirty="0" err="1"/>
              <a:t>diện</a:t>
            </a:r>
            <a:r>
              <a:rPr lang="en-US" sz="1800" dirty="0"/>
              <a:t> </a:t>
            </a:r>
            <a:r>
              <a:rPr lang="en-US" sz="1800" dirty="0" err="1"/>
              <a:t>kiểm</a:t>
            </a:r>
            <a:r>
              <a:rPr lang="en-US" sz="1800" dirty="0"/>
              <a:t> </a:t>
            </a:r>
            <a:r>
              <a:rPr lang="en-US" sz="1800" dirty="0" err="1"/>
              <a:t>thử</a:t>
            </a:r>
            <a:r>
              <a:rPr lang="en-US" sz="1800" dirty="0"/>
              <a:t> </a:t>
            </a:r>
          </a:p>
          <a:p>
            <a:endParaRPr lang="en-US" sz="1800" dirty="0"/>
          </a:p>
          <a:p>
            <a:r>
              <a:rPr lang="en-US" sz="1800" dirty="0"/>
              <a:t>	</a:t>
            </a:r>
            <a:r>
              <a:rPr lang="vi-VN" sz="1800" dirty="0"/>
              <a:t>↓</a:t>
            </a:r>
            <a:endParaRPr lang="en-US" sz="1800" dirty="0"/>
          </a:p>
          <a:p>
            <a:r>
              <a:rPr lang="en-US" sz="1800" dirty="0" err="1"/>
              <a:t>Chụp</a:t>
            </a:r>
            <a:r>
              <a:rPr lang="en-US" sz="1800" dirty="0"/>
              <a:t> </a:t>
            </a:r>
            <a:r>
              <a:rPr lang="en-US" sz="1800" dirty="0" err="1"/>
              <a:t>ảnh</a:t>
            </a:r>
            <a:r>
              <a:rPr lang="en-US" sz="1800" dirty="0"/>
              <a:t> </a:t>
            </a:r>
            <a:r>
              <a:rPr lang="en-US" sz="1800" dirty="0" err="1"/>
              <a:t>giao</a:t>
            </a:r>
            <a:r>
              <a:rPr lang="en-US" sz="1800" dirty="0"/>
              <a:t> </a:t>
            </a:r>
            <a:r>
              <a:rPr lang="en-US" sz="1800" dirty="0" err="1"/>
              <a:t>diện</a:t>
            </a:r>
            <a:r>
              <a:rPr lang="en-US" sz="1800" dirty="0"/>
              <a:t> Web</a:t>
            </a:r>
          </a:p>
          <a:p>
            <a:endParaRPr lang="en-US" sz="1800" dirty="0"/>
          </a:p>
          <a:p>
            <a:r>
              <a:rPr lang="en-US" sz="1800" dirty="0"/>
              <a:t>	</a:t>
            </a:r>
            <a:r>
              <a:rPr lang="vi-VN" sz="1800" dirty="0"/>
              <a:t>↓</a:t>
            </a:r>
            <a:endParaRPr lang="en-US" sz="1800" dirty="0"/>
          </a:p>
          <a:p>
            <a:r>
              <a:rPr lang="en-US" sz="1800" dirty="0"/>
              <a:t>So </a:t>
            </a:r>
            <a:r>
              <a:rPr lang="en-US" sz="1800" dirty="0" err="1"/>
              <a:t>sánh</a:t>
            </a:r>
            <a:r>
              <a:rPr lang="en-US" sz="1800" dirty="0"/>
              <a:t> </a:t>
            </a:r>
            <a:r>
              <a:rPr lang="en-US" sz="1800" dirty="0" err="1"/>
              <a:t>ảnh</a:t>
            </a:r>
            <a:r>
              <a:rPr lang="en-US" sz="1800" dirty="0"/>
              <a:t> </a:t>
            </a:r>
            <a:r>
              <a:rPr lang="en-US" sz="1800" dirty="0" err="1"/>
              <a:t>với</a:t>
            </a:r>
            <a:r>
              <a:rPr lang="en-US" sz="1800" dirty="0"/>
              <a:t> baseline</a:t>
            </a:r>
          </a:p>
          <a:p>
            <a:endParaRPr lang="en-US" sz="1800" dirty="0"/>
          </a:p>
          <a:p>
            <a:r>
              <a:rPr lang="en-US" sz="1800" dirty="0"/>
              <a:t>	</a:t>
            </a:r>
            <a:r>
              <a:rPr lang="vi-VN" sz="1800" dirty="0"/>
              <a:t>↓</a:t>
            </a:r>
            <a:endParaRPr lang="en-US" sz="1800" dirty="0"/>
          </a:p>
          <a:p>
            <a:r>
              <a:rPr lang="en-US" sz="1800" dirty="0" err="1"/>
              <a:t>Trích</a:t>
            </a:r>
            <a:r>
              <a:rPr lang="en-US" sz="1800" dirty="0"/>
              <a:t> </a:t>
            </a:r>
            <a:r>
              <a:rPr lang="en-US" sz="1800" dirty="0" err="1"/>
              <a:t>xuất</a:t>
            </a:r>
            <a:r>
              <a:rPr lang="en-US" sz="1800" dirty="0"/>
              <a:t> text </a:t>
            </a:r>
            <a:r>
              <a:rPr lang="en-US" sz="1800" dirty="0" err="1"/>
              <a:t>từ</a:t>
            </a:r>
            <a:r>
              <a:rPr lang="en-US" sz="1800" dirty="0"/>
              <a:t> </a:t>
            </a:r>
            <a:r>
              <a:rPr lang="en-US" sz="1800" dirty="0" err="1"/>
              <a:t>ảnh</a:t>
            </a:r>
            <a:endParaRPr lang="en-US" sz="1800" dirty="0"/>
          </a:p>
          <a:p>
            <a:r>
              <a:rPr lang="en-US" sz="1800" dirty="0"/>
              <a:t>	</a:t>
            </a:r>
            <a:r>
              <a:rPr lang="vi-VN" sz="1800" dirty="0"/>
              <a:t>↓</a:t>
            </a:r>
            <a:endParaRPr lang="en-US" sz="1800" dirty="0"/>
          </a:p>
          <a:p>
            <a:endParaRPr lang="en-US" sz="1800" dirty="0"/>
          </a:p>
          <a:p>
            <a:r>
              <a:rPr lang="en-US" sz="1800" dirty="0" err="1"/>
              <a:t>Sinh</a:t>
            </a:r>
            <a:r>
              <a:rPr lang="en-US" sz="1800" dirty="0"/>
              <a:t> testcase </a:t>
            </a:r>
            <a:r>
              <a:rPr lang="en-US" sz="1800" dirty="0" err="1"/>
              <a:t>tự</a:t>
            </a:r>
            <a:r>
              <a:rPr lang="en-US" sz="1800" dirty="0"/>
              <a:t> </a:t>
            </a:r>
            <a:r>
              <a:rPr lang="en-US" sz="1800" dirty="0" err="1"/>
              <a:t>động</a:t>
            </a:r>
            <a:endParaRPr lang="en-US" sz="1800" dirty="0"/>
          </a:p>
          <a:p>
            <a:r>
              <a:rPr lang="en-US" sz="1800" dirty="0"/>
              <a:t>	</a:t>
            </a:r>
            <a:r>
              <a:rPr lang="vi-VN" sz="1800" dirty="0"/>
              <a:t>↓</a:t>
            </a:r>
          </a:p>
          <a:p>
            <a:endParaRPr lang="en-US" sz="1800" dirty="0"/>
          </a:p>
          <a:p>
            <a:r>
              <a:rPr lang="en-US" sz="1800" dirty="0" err="1"/>
              <a:t>Xuất</a:t>
            </a:r>
            <a:r>
              <a:rPr lang="en-US" sz="1800" dirty="0"/>
              <a:t> </a:t>
            </a:r>
            <a:r>
              <a:rPr lang="en-US" sz="1800" dirty="0" err="1"/>
              <a:t>báo</a:t>
            </a:r>
            <a:r>
              <a:rPr lang="en-US" sz="1800" dirty="0"/>
              <a:t> </a:t>
            </a:r>
            <a:r>
              <a:rPr lang="en-US" sz="1800" dirty="0" err="1"/>
              <a:t>cáo</a:t>
            </a:r>
            <a:r>
              <a:rPr lang="en-US" sz="1800" dirty="0"/>
              <a:t> Excel/HTML</a:t>
            </a:r>
          </a:p>
        </p:txBody>
      </p:sp>
    </p:spTree>
    <p:extLst>
      <p:ext uri="{BB962C8B-B14F-4D97-AF65-F5344CB8AC3E}">
        <p14:creationId xmlns:p14="http://schemas.microsoft.com/office/powerpoint/2010/main" val="20437286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4"/>
          <p:cNvSpPr txBox="1">
            <a:spLocks noGrp="1"/>
          </p:cNvSpPr>
          <p:nvPr>
            <p:ph type="title"/>
          </p:nvPr>
        </p:nvSpPr>
        <p:spPr>
          <a:xfrm>
            <a:off x="0" y="387838"/>
            <a:ext cx="8572500" cy="2969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vi-VN" sz="3200" dirty="0">
                <a:solidFill>
                  <a:schemeClr val="bg1"/>
                </a:solidFill>
              </a:rPr>
              <a:t> </a:t>
            </a:r>
            <a:r>
              <a:rPr lang="en-US" sz="3200" dirty="0" err="1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Cấu</a:t>
            </a:r>
            <a:r>
              <a:rPr lang="en-US" sz="3200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200" dirty="0" err="1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trúc</a:t>
            </a:r>
            <a:r>
              <a:rPr lang="en-US" sz="3200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vi-VN" sz="3200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framework</a:t>
            </a:r>
            <a:br>
              <a:rPr lang="vi-VN" sz="3200" dirty="0">
                <a:solidFill>
                  <a:schemeClr val="bg1"/>
                </a:solidFill>
              </a:rPr>
            </a:br>
            <a:endParaRPr sz="3200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70F8DBA-213C-4BA9-83E1-720FE53A979A}"/>
              </a:ext>
            </a:extLst>
          </p:cNvPr>
          <p:cNvSpPr txBox="1"/>
          <p:nvPr/>
        </p:nvSpPr>
        <p:spPr>
          <a:xfrm>
            <a:off x="5111496" y="1014984"/>
            <a:ext cx="1847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E507224-B309-4124-BE35-CC196535EC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84823"/>
            <a:ext cx="3874036" cy="609034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0BB302C-88FD-4D19-A534-82D296F0BE8D}"/>
              </a:ext>
            </a:extLst>
          </p:cNvPr>
          <p:cNvSpPr txBox="1"/>
          <p:nvPr/>
        </p:nvSpPr>
        <p:spPr>
          <a:xfrm>
            <a:off x="4086808" y="774441"/>
            <a:ext cx="4898572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/>
              <a:t>AI/</a:t>
            </a:r>
          </a:p>
          <a:p>
            <a:r>
              <a:rPr lang="en-US" sz="1800" dirty="0"/>
              <a:t>- </a:t>
            </a:r>
            <a:r>
              <a:rPr lang="en-US" sz="1800" dirty="0" err="1"/>
              <a:t>Kết</a:t>
            </a:r>
            <a:r>
              <a:rPr lang="en-US" sz="1800" dirty="0"/>
              <a:t> </a:t>
            </a:r>
            <a:r>
              <a:rPr lang="en-US" sz="1800" dirty="0" err="1"/>
              <a:t>nối</a:t>
            </a:r>
            <a:r>
              <a:rPr lang="en-US" sz="1800" dirty="0"/>
              <a:t> </a:t>
            </a:r>
            <a:r>
              <a:rPr lang="en-US" sz="1800" dirty="0" err="1"/>
              <a:t>Ollama</a:t>
            </a:r>
            <a:endParaRPr lang="en-US" sz="1800" dirty="0"/>
          </a:p>
          <a:p>
            <a:r>
              <a:rPr lang="en-US" sz="1800" dirty="0"/>
              <a:t>- Build prompt </a:t>
            </a:r>
            <a:r>
              <a:rPr lang="en-US" sz="1800" dirty="0" err="1"/>
              <a:t>sinh</a:t>
            </a:r>
            <a:r>
              <a:rPr lang="en-US" sz="1800" dirty="0"/>
              <a:t> testcase</a:t>
            </a:r>
          </a:p>
          <a:p>
            <a:endParaRPr lang="en-US" sz="1800" dirty="0"/>
          </a:p>
          <a:p>
            <a:r>
              <a:rPr lang="en-US" sz="1800" dirty="0"/>
              <a:t>vision/</a:t>
            </a:r>
          </a:p>
          <a:p>
            <a:r>
              <a:rPr lang="en-US" sz="1800" dirty="0"/>
              <a:t>- Capture screenshot</a:t>
            </a:r>
          </a:p>
          <a:p>
            <a:r>
              <a:rPr lang="en-US" sz="1800" dirty="0"/>
              <a:t>- Compare image</a:t>
            </a:r>
          </a:p>
          <a:p>
            <a:r>
              <a:rPr lang="en-US" sz="1800" dirty="0"/>
              <a:t>- OCR </a:t>
            </a:r>
            <a:r>
              <a:rPr lang="en-US" sz="1800" dirty="0" err="1"/>
              <a:t>nhận</a:t>
            </a:r>
            <a:r>
              <a:rPr lang="en-US" sz="1800" dirty="0"/>
              <a:t> </a:t>
            </a:r>
            <a:r>
              <a:rPr lang="en-US" sz="1800" dirty="0" err="1"/>
              <a:t>dạng</a:t>
            </a:r>
            <a:r>
              <a:rPr lang="en-US" sz="1800" dirty="0"/>
              <a:t> text</a:t>
            </a:r>
          </a:p>
          <a:p>
            <a:endParaRPr lang="en-US" sz="1800" dirty="0"/>
          </a:p>
          <a:p>
            <a:r>
              <a:rPr lang="en-US" sz="1800" dirty="0"/>
              <a:t>tests/</a:t>
            </a:r>
          </a:p>
          <a:p>
            <a:r>
              <a:rPr lang="en-US" sz="1800" dirty="0"/>
              <a:t>- Runner login/register</a:t>
            </a:r>
          </a:p>
          <a:p>
            <a:endParaRPr lang="en-US" sz="1800" dirty="0"/>
          </a:p>
          <a:p>
            <a:r>
              <a:rPr lang="en-US" sz="1800" dirty="0"/>
              <a:t>generator/</a:t>
            </a:r>
          </a:p>
          <a:p>
            <a:r>
              <a:rPr lang="en-US" sz="1800" dirty="0"/>
              <a:t>- </a:t>
            </a:r>
            <a:r>
              <a:rPr lang="en-US" sz="1800" dirty="0" err="1"/>
              <a:t>Sinh</a:t>
            </a:r>
            <a:r>
              <a:rPr lang="en-US" sz="1800" dirty="0"/>
              <a:t> test case</a:t>
            </a:r>
          </a:p>
          <a:p>
            <a:endParaRPr lang="en-US" sz="1800" dirty="0"/>
          </a:p>
          <a:p>
            <a:r>
              <a:rPr lang="en-US" sz="1800" dirty="0" err="1"/>
              <a:t>utils</a:t>
            </a:r>
            <a:r>
              <a:rPr lang="en-US" sz="1800" dirty="0"/>
              <a:t>/</a:t>
            </a:r>
          </a:p>
          <a:p>
            <a:r>
              <a:rPr lang="en-US" sz="1800" dirty="0"/>
              <a:t>- Excel report</a:t>
            </a:r>
          </a:p>
          <a:p>
            <a:r>
              <a:rPr lang="en-US" sz="1800" dirty="0"/>
              <a:t>- HTML report</a:t>
            </a:r>
          </a:p>
          <a:p>
            <a:r>
              <a:rPr lang="en-US" sz="1800" dirty="0"/>
              <a:t>- Logger</a:t>
            </a:r>
          </a:p>
        </p:txBody>
      </p:sp>
    </p:spTree>
    <p:extLst>
      <p:ext uri="{BB962C8B-B14F-4D97-AF65-F5344CB8AC3E}">
        <p14:creationId xmlns:p14="http://schemas.microsoft.com/office/powerpoint/2010/main" val="20199220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AD0509-8983-4F0F-BAD9-0CE02937F1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Thực</a:t>
            </a:r>
            <a:r>
              <a:rPr lang="en-US" dirty="0"/>
              <a:t> </a:t>
            </a:r>
            <a:r>
              <a:rPr lang="en-US" dirty="0" err="1"/>
              <a:t>Nghiệm</a:t>
            </a:r>
            <a:r>
              <a:rPr lang="en-US" dirty="0"/>
              <a:t> </a:t>
            </a:r>
            <a:r>
              <a:rPr lang="en-US" dirty="0" err="1"/>
              <a:t>giao</a:t>
            </a:r>
            <a:r>
              <a:rPr lang="en-US" dirty="0"/>
              <a:t> </a:t>
            </a:r>
            <a:r>
              <a:rPr lang="en-US" dirty="0" err="1"/>
              <a:t>diện</a:t>
            </a:r>
            <a:r>
              <a:rPr lang="en-US" dirty="0"/>
              <a:t> login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8B03362-F632-4A2F-BA00-A8FF2CFAA5B6}"/>
              </a:ext>
            </a:extLst>
          </p:cNvPr>
          <p:cNvSpPr txBox="1"/>
          <p:nvPr/>
        </p:nvSpPr>
        <p:spPr>
          <a:xfrm>
            <a:off x="438539" y="1194318"/>
            <a:ext cx="3219061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err="1"/>
              <a:t>Chức</a:t>
            </a:r>
            <a:r>
              <a:rPr lang="en-US" sz="2000" dirty="0"/>
              <a:t> </a:t>
            </a:r>
            <a:r>
              <a:rPr lang="en-US" sz="2000" dirty="0" err="1"/>
              <a:t>năng</a:t>
            </a:r>
            <a:r>
              <a:rPr lang="en-US" sz="2000" dirty="0"/>
              <a:t> </a:t>
            </a:r>
            <a:r>
              <a:rPr lang="en-US" sz="2000" dirty="0" err="1"/>
              <a:t>thực</a:t>
            </a:r>
            <a:r>
              <a:rPr lang="en-US" sz="2000" dirty="0"/>
              <a:t> </a:t>
            </a:r>
            <a:r>
              <a:rPr lang="en-US" sz="2000" dirty="0" err="1"/>
              <a:t>nghiệm</a:t>
            </a:r>
            <a:r>
              <a:rPr lang="en-US" sz="2000" dirty="0"/>
              <a:t>:</a:t>
            </a:r>
          </a:p>
          <a:p>
            <a:r>
              <a:rPr lang="en-US" sz="2000" dirty="0"/>
              <a:t>- Capture </a:t>
            </a:r>
            <a:r>
              <a:rPr lang="en-US" sz="2000" dirty="0" err="1"/>
              <a:t>giao</a:t>
            </a:r>
            <a:r>
              <a:rPr lang="en-US" sz="2000" dirty="0"/>
              <a:t> </a:t>
            </a:r>
            <a:r>
              <a:rPr lang="en-US" sz="2000" dirty="0" err="1"/>
              <a:t>diện</a:t>
            </a:r>
            <a:r>
              <a:rPr lang="en-US" sz="2000" dirty="0"/>
              <a:t> login</a:t>
            </a:r>
          </a:p>
          <a:p>
            <a:r>
              <a:rPr lang="en-US" sz="2000" dirty="0"/>
              <a:t>- Compare baseline image</a:t>
            </a:r>
          </a:p>
          <a:p>
            <a:r>
              <a:rPr lang="en-US" sz="2000" dirty="0"/>
              <a:t>- OCR extract text</a:t>
            </a:r>
          </a:p>
          <a:p>
            <a:r>
              <a:rPr lang="en-US" sz="2000" dirty="0"/>
              <a:t>- </a:t>
            </a:r>
            <a:r>
              <a:rPr lang="en-US" sz="2000" dirty="0" err="1"/>
              <a:t>Sinh</a:t>
            </a:r>
            <a:r>
              <a:rPr lang="en-US" sz="2000" dirty="0"/>
              <a:t> testcase </a:t>
            </a:r>
            <a:r>
              <a:rPr lang="en-US" sz="2000" dirty="0" err="1"/>
              <a:t>tự</a:t>
            </a:r>
            <a:r>
              <a:rPr lang="en-US" sz="2000" dirty="0"/>
              <a:t> </a:t>
            </a:r>
            <a:r>
              <a:rPr lang="en-US" sz="2000" dirty="0" err="1"/>
              <a:t>động</a:t>
            </a:r>
            <a:endParaRPr lang="en-US" sz="2000" dirty="0"/>
          </a:p>
          <a:p>
            <a:endParaRPr lang="en-US" sz="2000" dirty="0"/>
          </a:p>
          <a:p>
            <a:r>
              <a:rPr lang="en-US" sz="2000" dirty="0" err="1"/>
              <a:t>Kết</a:t>
            </a:r>
            <a:r>
              <a:rPr lang="en-US" sz="2000" dirty="0"/>
              <a:t> </a:t>
            </a:r>
            <a:r>
              <a:rPr lang="en-US" sz="2000" dirty="0" err="1"/>
              <a:t>quả</a:t>
            </a:r>
            <a:r>
              <a:rPr lang="en-US" sz="2000" dirty="0"/>
              <a:t>:</a:t>
            </a:r>
          </a:p>
          <a:p>
            <a:r>
              <a:rPr lang="en-US" sz="2000" dirty="0"/>
              <a:t>- </a:t>
            </a:r>
            <a:r>
              <a:rPr lang="en-US" sz="2000" dirty="0" err="1"/>
              <a:t>Chụp</a:t>
            </a:r>
            <a:r>
              <a:rPr lang="en-US" sz="2000" dirty="0"/>
              <a:t> </a:t>
            </a:r>
            <a:r>
              <a:rPr lang="en-US" sz="2000" dirty="0" err="1"/>
              <a:t>ảnh</a:t>
            </a:r>
            <a:r>
              <a:rPr lang="en-US" sz="2000" dirty="0"/>
              <a:t> </a:t>
            </a:r>
            <a:r>
              <a:rPr lang="en-US" sz="2000" dirty="0" err="1"/>
              <a:t>giao</a:t>
            </a:r>
            <a:r>
              <a:rPr lang="en-US" sz="2000" dirty="0"/>
              <a:t> </a:t>
            </a:r>
            <a:r>
              <a:rPr lang="en-US" sz="2000" dirty="0" err="1"/>
              <a:t>diện</a:t>
            </a:r>
            <a:r>
              <a:rPr lang="en-US" sz="2000" dirty="0"/>
              <a:t> Login</a:t>
            </a:r>
          </a:p>
          <a:p>
            <a:r>
              <a:rPr lang="en-US" sz="2000" dirty="0"/>
              <a:t>- </a:t>
            </a:r>
            <a:r>
              <a:rPr lang="en-US" sz="2000" dirty="0" err="1"/>
              <a:t>Sinh</a:t>
            </a:r>
            <a:r>
              <a:rPr lang="en-US" sz="2000" dirty="0"/>
              <a:t> test case UI </a:t>
            </a:r>
            <a:r>
              <a:rPr lang="en-US" sz="2000" dirty="0" err="1"/>
              <a:t>tự</a:t>
            </a:r>
            <a:r>
              <a:rPr lang="en-US" sz="2000" dirty="0"/>
              <a:t> </a:t>
            </a:r>
            <a:r>
              <a:rPr lang="en-US" sz="2000" dirty="0" err="1"/>
              <a:t>động</a:t>
            </a:r>
            <a:endParaRPr lang="en-US" sz="20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3AADC0B-32C9-4461-A968-270E33867E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041848"/>
            <a:ext cx="3582955" cy="332805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0DAE5B6-6A82-4CF9-A7AD-1D1EFE647F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3731" y="4831462"/>
            <a:ext cx="4637314" cy="1743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30683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E0DDF4-60FF-4E0D-82DB-C606FF3379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Thực</a:t>
            </a:r>
            <a:r>
              <a:rPr lang="en-US" dirty="0"/>
              <a:t> </a:t>
            </a:r>
            <a:r>
              <a:rPr lang="en-US" dirty="0" err="1"/>
              <a:t>nghiệm</a:t>
            </a:r>
            <a:r>
              <a:rPr lang="en-US" dirty="0"/>
              <a:t> </a:t>
            </a:r>
            <a:r>
              <a:rPr lang="en-US" dirty="0" err="1"/>
              <a:t>giao</a:t>
            </a:r>
            <a:r>
              <a:rPr lang="en-US" dirty="0"/>
              <a:t> </a:t>
            </a:r>
            <a:r>
              <a:rPr lang="en-US" dirty="0" err="1"/>
              <a:t>diện</a:t>
            </a:r>
            <a:r>
              <a:rPr lang="en-US" dirty="0"/>
              <a:t> register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C582F19-72A4-44DD-82DC-2B636A2C6E14}"/>
              </a:ext>
            </a:extLst>
          </p:cNvPr>
          <p:cNvSpPr txBox="1"/>
          <p:nvPr/>
        </p:nvSpPr>
        <p:spPr>
          <a:xfrm>
            <a:off x="41988" y="861535"/>
            <a:ext cx="4530012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err="1"/>
              <a:t>Chức</a:t>
            </a:r>
            <a:r>
              <a:rPr lang="en-US" sz="2000" dirty="0"/>
              <a:t> </a:t>
            </a:r>
            <a:r>
              <a:rPr lang="en-US" sz="2000" dirty="0" err="1"/>
              <a:t>năng</a:t>
            </a:r>
            <a:r>
              <a:rPr lang="en-US" sz="2000" dirty="0"/>
              <a:t> </a:t>
            </a:r>
            <a:r>
              <a:rPr lang="en-US" sz="2000" dirty="0" err="1"/>
              <a:t>thực</a:t>
            </a:r>
            <a:r>
              <a:rPr lang="en-US" sz="2000" dirty="0"/>
              <a:t> </a:t>
            </a:r>
            <a:r>
              <a:rPr lang="en-US" sz="2000" dirty="0" err="1"/>
              <a:t>nghiệm</a:t>
            </a:r>
            <a:r>
              <a:rPr lang="en-US" sz="2000" dirty="0"/>
              <a:t>:</a:t>
            </a:r>
          </a:p>
          <a:p>
            <a:br>
              <a:rPr lang="en-US" sz="2000" dirty="0"/>
            </a:br>
            <a:r>
              <a:rPr lang="en-US" sz="2000" dirty="0"/>
              <a:t>- Capture </a:t>
            </a:r>
            <a:r>
              <a:rPr lang="en-US" sz="2000" dirty="0" err="1"/>
              <a:t>giao</a:t>
            </a:r>
            <a:r>
              <a:rPr lang="en-US" sz="2000" dirty="0"/>
              <a:t> </a:t>
            </a:r>
            <a:r>
              <a:rPr lang="en-US" sz="2000" dirty="0" err="1"/>
              <a:t>diện</a:t>
            </a:r>
            <a:r>
              <a:rPr lang="en-US" sz="2000" dirty="0"/>
              <a:t> register</a:t>
            </a:r>
            <a:br>
              <a:rPr lang="en-US" sz="2000" dirty="0"/>
            </a:br>
            <a:r>
              <a:rPr lang="en-US" sz="2000" dirty="0"/>
              <a:t>- Compare </a:t>
            </a:r>
            <a:r>
              <a:rPr lang="en-US" sz="2000" dirty="0" err="1"/>
              <a:t>giao</a:t>
            </a:r>
            <a:r>
              <a:rPr lang="en-US" sz="2000" dirty="0"/>
              <a:t> </a:t>
            </a:r>
            <a:r>
              <a:rPr lang="en-US" sz="2000" dirty="0" err="1"/>
              <a:t>diện</a:t>
            </a:r>
            <a:br>
              <a:rPr lang="en-US" sz="2000" dirty="0"/>
            </a:br>
            <a:r>
              <a:rPr lang="en-US" sz="2000" dirty="0"/>
              <a:t>- OCR </a:t>
            </a:r>
            <a:r>
              <a:rPr lang="en-US" sz="2000" dirty="0" err="1"/>
              <a:t>nhận</a:t>
            </a:r>
            <a:r>
              <a:rPr lang="en-US" sz="2000" dirty="0"/>
              <a:t> </a:t>
            </a:r>
            <a:r>
              <a:rPr lang="en-US" sz="2000" dirty="0" err="1"/>
              <a:t>dạng</a:t>
            </a:r>
            <a:r>
              <a:rPr lang="en-US" sz="2000" dirty="0"/>
              <a:t> </a:t>
            </a:r>
            <a:r>
              <a:rPr lang="en-US" sz="2000" dirty="0" err="1"/>
              <a:t>nội</a:t>
            </a:r>
            <a:r>
              <a:rPr lang="en-US" sz="2000" dirty="0"/>
              <a:t> dung</a:t>
            </a:r>
            <a:br>
              <a:rPr lang="en-US" sz="2000" dirty="0"/>
            </a:br>
            <a:r>
              <a:rPr lang="en-US" sz="2000" dirty="0"/>
              <a:t>- </a:t>
            </a:r>
            <a:r>
              <a:rPr lang="en-US" sz="2000" dirty="0" err="1"/>
              <a:t>Sinh</a:t>
            </a:r>
            <a:r>
              <a:rPr lang="en-US" sz="2000" dirty="0"/>
              <a:t> testcase UI</a:t>
            </a:r>
            <a:br>
              <a:rPr lang="en-US" sz="2000" dirty="0"/>
            </a:br>
            <a:br>
              <a:rPr lang="en-US" sz="2000" dirty="0"/>
            </a:br>
            <a:r>
              <a:rPr lang="en-US" sz="2000" dirty="0" err="1"/>
              <a:t>Kết</a:t>
            </a:r>
            <a:r>
              <a:rPr lang="en-US" sz="2000" dirty="0"/>
              <a:t> </a:t>
            </a:r>
            <a:r>
              <a:rPr lang="en-US" sz="2000" dirty="0" err="1"/>
              <a:t>quả</a:t>
            </a:r>
            <a:r>
              <a:rPr lang="en-US" sz="2000" dirty="0"/>
              <a:t>:</a:t>
            </a:r>
            <a:br>
              <a:rPr lang="en-US" sz="2000" dirty="0"/>
            </a:br>
            <a:r>
              <a:rPr lang="en-US" sz="2000" dirty="0"/>
              <a:t>- </a:t>
            </a:r>
            <a:r>
              <a:rPr lang="en-US" sz="2000" dirty="0" err="1"/>
              <a:t>Sinh</a:t>
            </a:r>
            <a:r>
              <a:rPr lang="en-US" sz="2000" dirty="0"/>
              <a:t> testcase </a:t>
            </a:r>
            <a:r>
              <a:rPr lang="en-US" sz="2000" dirty="0" err="1"/>
              <a:t>cho</a:t>
            </a:r>
            <a:r>
              <a:rPr lang="en-US" sz="2000" dirty="0"/>
              <a:t> register form</a:t>
            </a:r>
          </a:p>
          <a:p>
            <a:r>
              <a:rPr lang="en-US" sz="2000" dirty="0" err="1"/>
              <a:t>Xuất</a:t>
            </a:r>
            <a:r>
              <a:rPr lang="en-US" sz="2000" dirty="0"/>
              <a:t> HTML report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6CC828E-84BC-4668-9FB9-8E8069B7B7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88" y="4223202"/>
            <a:ext cx="9060024" cy="22709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4608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0170AE-B979-4F8F-A092-A1D5F34537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Kết</a:t>
            </a:r>
            <a:r>
              <a:rPr lang="en-US" dirty="0"/>
              <a:t> </a:t>
            </a:r>
            <a:r>
              <a:rPr lang="en-US" dirty="0" err="1"/>
              <a:t>quả</a:t>
            </a:r>
            <a:r>
              <a:rPr lang="en-US" dirty="0"/>
              <a:t> </a:t>
            </a:r>
            <a:r>
              <a:rPr lang="en-US" dirty="0" err="1"/>
              <a:t>thực</a:t>
            </a:r>
            <a:r>
              <a:rPr lang="en-US" dirty="0"/>
              <a:t> </a:t>
            </a:r>
            <a:r>
              <a:rPr lang="en-US" dirty="0" err="1"/>
              <a:t>nghiệm</a:t>
            </a:r>
            <a:r>
              <a:rPr lang="en-US" dirty="0"/>
              <a:t>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4CD049-826E-4926-9C77-33A48EA2DA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vi-VN" dirty="0"/>
              <a:t>Kết quả đạt được:</a:t>
            </a:r>
          </a:p>
          <a:p>
            <a:pPr algn="l"/>
            <a:r>
              <a:rPr lang="vi-VN" dirty="0"/>
              <a:t>Capture giao diện tự động</a:t>
            </a:r>
          </a:p>
          <a:p>
            <a:pPr algn="l"/>
            <a:r>
              <a:rPr lang="vi-VN" dirty="0"/>
              <a:t>Compare giao diện bằng OpenCV</a:t>
            </a:r>
          </a:p>
          <a:p>
            <a:pPr algn="l"/>
            <a:r>
              <a:rPr lang="vi-VN" dirty="0"/>
              <a:t>OCR nhận dạng text</a:t>
            </a:r>
          </a:p>
          <a:p>
            <a:pPr algn="l"/>
            <a:r>
              <a:rPr lang="vi-VN" dirty="0"/>
              <a:t>Sinh test case tự động</a:t>
            </a:r>
          </a:p>
          <a:p>
            <a:pPr algn="l"/>
            <a:r>
              <a:rPr lang="vi-VN" dirty="0"/>
              <a:t>Xuất báo cáo Excel và HTML</a:t>
            </a:r>
          </a:p>
          <a:p>
            <a:pPr algn="l"/>
            <a:r>
              <a:rPr lang="vi-VN" dirty="0"/>
              <a:t>Hệ thống hoạt động ổn định</a:t>
            </a:r>
          </a:p>
          <a:p>
            <a:pPr algn="l"/>
            <a:r>
              <a:rPr lang="vi-VN" dirty="0"/>
              <a:t>trên giao diện Login và Register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61600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5B9D30-66D6-4191-83FB-A36FB08E6B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ƯU ĐIỂM HỆ THỐNG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0D6E4E-79ED-4D4B-9B5D-CFE3E1F7EC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14300" indent="0">
              <a:buNone/>
            </a:pPr>
            <a:r>
              <a:rPr lang="vi-VN" dirty="0"/>
              <a:t>Ưu điểm:</a:t>
            </a:r>
          </a:p>
          <a:p>
            <a:r>
              <a:rPr lang="vi-VN" dirty="0"/>
              <a:t>Giảm phụ thuộc XPath</a:t>
            </a:r>
          </a:p>
          <a:p>
            <a:r>
              <a:rPr lang="vi-VN" dirty="0"/>
              <a:t>Phát hiện lỗi giao diện trực quan</a:t>
            </a:r>
          </a:p>
          <a:p>
            <a:r>
              <a:rPr lang="vi-VN" dirty="0"/>
              <a:t>Tự động sinh testcase</a:t>
            </a:r>
          </a:p>
          <a:p>
            <a:r>
              <a:rPr lang="vi-VN" dirty="0"/>
              <a:t>Dễ mở rộng thêm giao diện mới</a:t>
            </a:r>
          </a:p>
          <a:p>
            <a:r>
              <a:rPr lang="vi-VN" dirty="0"/>
              <a:t>Hỗ trợ kiểm thử giao diện Web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86047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6BC8EA-0F66-449E-B1FA-92F2DD2518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HẠN CHẾ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C7BDBB-7701-4130-8364-3310115B90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14300" indent="0">
              <a:buNone/>
            </a:pPr>
            <a:r>
              <a:rPr lang="vi-VN" dirty="0"/>
              <a:t>Hạn chế:</a:t>
            </a:r>
          </a:p>
          <a:p>
            <a:r>
              <a:rPr lang="vi-VN" dirty="0"/>
              <a:t>OCR chưa nhận dạng chính xác 100%</a:t>
            </a:r>
          </a:p>
          <a:p>
            <a:r>
              <a:rPr lang="vi-VN" dirty="0"/>
              <a:t>AI đôi lúc sinh testcase chưa tối ưu</a:t>
            </a:r>
          </a:p>
          <a:p>
            <a:r>
              <a:rPr lang="vi-VN" dirty="0"/>
              <a:t>Chưa kiểm thử responsive</a:t>
            </a:r>
          </a:p>
          <a:p>
            <a:r>
              <a:rPr lang="vi-VN" dirty="0"/>
              <a:t>Chưa tích hợp CI/CD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87168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909EC0-C891-44B8-811F-D17C4F8A05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</a:t>
            </a:r>
            <a:r>
              <a:rPr lang="vi-VN" dirty="0"/>
              <a:t>ƯỚNG PHÁT TRIỂN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9D271E-4A73-4C35-8DB5-5CCACB7227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14300" indent="0">
              <a:buNone/>
            </a:pPr>
            <a:r>
              <a:rPr lang="vi-VN" dirty="0"/>
              <a:t>Hướng phát triển:</a:t>
            </a:r>
          </a:p>
          <a:p>
            <a:r>
              <a:rPr lang="vi-VN" dirty="0"/>
              <a:t>Mở rộng nhiều giao diện Website</a:t>
            </a:r>
          </a:p>
          <a:p>
            <a:r>
              <a:rPr lang="vi-VN" dirty="0"/>
              <a:t>Tối ưu OCR nhận dạng tiếng Việt</a:t>
            </a:r>
          </a:p>
          <a:p>
            <a:r>
              <a:rPr lang="vi-VN" dirty="0"/>
              <a:t>Tích hợp CI/CD</a:t>
            </a:r>
          </a:p>
          <a:p>
            <a:r>
              <a:rPr lang="vi-VN" dirty="0"/>
              <a:t>Nâng cao chất lượng AI testcase</a:t>
            </a:r>
          </a:p>
          <a:p>
            <a:r>
              <a:rPr lang="vi-VN" dirty="0"/>
              <a:t>Hỗ trợ responsive testing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718692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A3BD5B-9919-4496-82C4-3EECFF5CA2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KẾT LUẬN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5E3B32-0E7C-4E7A-B61C-71092929252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14300" indent="0">
              <a:buNone/>
            </a:pPr>
            <a:r>
              <a:rPr lang="vi-VN" dirty="0"/>
              <a:t>Đề tài đã xây dựng thành công:</a:t>
            </a:r>
          </a:p>
          <a:p>
            <a:r>
              <a:rPr lang="vi-VN" dirty="0"/>
              <a:t>Framework kiểm thử giao diện Web</a:t>
            </a:r>
          </a:p>
          <a:p>
            <a:r>
              <a:rPr lang="vi-VN" dirty="0"/>
              <a:t>Compare image bằng OpenCV</a:t>
            </a:r>
          </a:p>
          <a:p>
            <a:r>
              <a:rPr lang="vi-VN" dirty="0"/>
              <a:t>OCR nhận dạng nội dung giao diện</a:t>
            </a:r>
          </a:p>
          <a:p>
            <a:r>
              <a:rPr lang="vi-VN" dirty="0"/>
              <a:t>AI sinh testcase tự động</a:t>
            </a:r>
          </a:p>
          <a:p>
            <a:r>
              <a:rPr lang="vi-VN" dirty="0"/>
              <a:t>Excel và HTML report</a:t>
            </a:r>
          </a:p>
          <a:p>
            <a:pPr marL="114300" indent="0">
              <a:buNone/>
            </a:pPr>
            <a:r>
              <a:rPr lang="vi-VN" dirty="0"/>
              <a:t>Góp phần hỗ trợ kiểm thử giao diện Web</a:t>
            </a:r>
          </a:p>
          <a:p>
            <a:pPr marL="114300" indent="0">
              <a:buNone/>
            </a:pPr>
            <a:r>
              <a:rPr lang="vi-VN" dirty="0"/>
              <a:t>theo hướng trực quan và tự động hóa.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96844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940C45-2E0C-4297-A229-9012E964AD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>
                <a:latin typeface="+mn-lt"/>
              </a:rPr>
              <a:t>Q&amp;A</a:t>
            </a:r>
            <a:endParaRPr lang="en-US" dirty="0">
              <a:latin typeface="+mn-lt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66E52A-B399-4E50-8F46-894B53A185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10737" y="862013"/>
            <a:ext cx="7132050" cy="60935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14300" indent="0" algn="ctr">
              <a:buNone/>
            </a:pPr>
            <a:r>
              <a:rPr lang="en-US" sz="2800" b="1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“Learning to code can change your life”</a:t>
            </a:r>
          </a:p>
        </p:txBody>
      </p:sp>
      <p:pic>
        <p:nvPicPr>
          <p:cNvPr id="5" name="Picture 2" descr="Image result for Q&amp;A">
            <a:extLst>
              <a:ext uri="{FF2B5EF4-FFF2-40B4-BE49-F238E27FC236}">
                <a16:creationId xmlns:a16="http://schemas.microsoft.com/office/drawing/2014/main" id="{652982FD-83F2-46A5-8B14-5AB5843287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90850" y="1619250"/>
            <a:ext cx="3162300" cy="3162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AB4F69E6-D957-43A4-854E-CDFB48BD64A3}"/>
              </a:ext>
            </a:extLst>
          </p:cNvPr>
          <p:cNvSpPr/>
          <p:nvPr/>
        </p:nvSpPr>
        <p:spPr>
          <a:xfrm>
            <a:off x="310173" y="4781550"/>
            <a:ext cx="8523654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vi-VN" sz="2800" i="1" dirty="0">
                <a:solidFill>
                  <a:srgbClr val="0A0A0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“</a:t>
            </a:r>
            <a:r>
              <a:rPr lang="en-US" sz="2800" i="1" dirty="0">
                <a:solidFill>
                  <a:srgbClr val="0A0A0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Everybody in this country should learn to program </a:t>
            </a:r>
            <a:br>
              <a:rPr lang="en-US" sz="2800" i="1" dirty="0">
                <a:solidFill>
                  <a:srgbClr val="0A0A0A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800" i="1" dirty="0">
                <a:solidFill>
                  <a:srgbClr val="0A0A0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computer, because it teaches you how to think.</a:t>
            </a:r>
            <a:r>
              <a:rPr lang="vi-VN" sz="2800" i="1" dirty="0">
                <a:solidFill>
                  <a:srgbClr val="0A0A0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”</a:t>
            </a:r>
            <a:endParaRPr lang="en-US" sz="2800" dirty="0">
              <a:solidFill>
                <a:srgbClr val="0A0A0A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r"/>
            <a:endParaRPr lang="en-US" sz="2800" b="1" dirty="0">
              <a:solidFill>
                <a:srgbClr val="0A0A0A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r"/>
            <a:r>
              <a:rPr lang="en-US" sz="2800" b="1" dirty="0">
                <a:solidFill>
                  <a:srgbClr val="0A0A0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-- </a:t>
            </a: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Steve Jobs --</a:t>
            </a:r>
          </a:p>
        </p:txBody>
      </p:sp>
    </p:spTree>
    <p:extLst>
      <p:ext uri="{BB962C8B-B14F-4D97-AF65-F5344CB8AC3E}">
        <p14:creationId xmlns:p14="http://schemas.microsoft.com/office/powerpoint/2010/main" val="13643878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6"/>
          <p:cNvSpPr txBox="1">
            <a:spLocks noGrp="1"/>
          </p:cNvSpPr>
          <p:nvPr>
            <p:ph type="title"/>
          </p:nvPr>
        </p:nvSpPr>
        <p:spPr>
          <a:xfrm>
            <a:off x="628650" y="355795"/>
            <a:ext cx="7886700" cy="6145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1159</TotalTime>
  <Words>678</Words>
  <Application>Microsoft Office PowerPoint</Application>
  <PresentationFormat>On-screen Show (4:3)</PresentationFormat>
  <Paragraphs>141</Paragraphs>
  <Slides>15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Courier New</vt:lpstr>
      <vt:lpstr>Calibri</vt:lpstr>
      <vt:lpstr>Arial</vt:lpstr>
      <vt:lpstr>Arial Unicode MS</vt:lpstr>
      <vt:lpstr>Office Theme</vt:lpstr>
      <vt:lpstr>Kiểm thử tự động giao diện Web và sinh test case dựa trên nhận diện hình ảnh với OpenCV</vt:lpstr>
      <vt:lpstr>Giới thiệu đề tài</vt:lpstr>
      <vt:lpstr> Lý do chọn đề tài </vt:lpstr>
      <vt:lpstr> Công nghê sử dụng  </vt:lpstr>
      <vt:lpstr> Kiến trúc hệ thống  </vt:lpstr>
      <vt:lpstr> Cấu trúc framework </vt:lpstr>
      <vt:lpstr>Thực Nghiệm giao diện login</vt:lpstr>
      <vt:lpstr>Thực nghiệm giao diện register</vt:lpstr>
      <vt:lpstr>Kết quả thực nghiệm </vt:lpstr>
      <vt:lpstr>ƯU ĐIỂM HỆ THỐNG</vt:lpstr>
      <vt:lpstr>HẠN CHẾ</vt:lpstr>
      <vt:lpstr>HƯỚNG PHÁT TRIỂN</vt:lpstr>
      <vt:lpstr>KẾT LUẬN</vt:lpstr>
      <vt:lpstr>Q&amp;A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KẾ HOẠCH PHÁT TRIỂN. QUẢN LÝ CẤU HÌNH PHẦN MỀM BẰNG SVN Đảm bảo chất lượng phần mềm</dc:title>
  <dc:creator>Đỗ Thị Thu Trang</dc:creator>
  <cp:lastModifiedBy>tuong</cp:lastModifiedBy>
  <cp:revision>173</cp:revision>
  <dcterms:created xsi:type="dcterms:W3CDTF">2024-09-27T15:40:07Z</dcterms:created>
  <dcterms:modified xsi:type="dcterms:W3CDTF">2026-05-08T15:00:57Z</dcterms:modified>
</cp:coreProperties>
</file>